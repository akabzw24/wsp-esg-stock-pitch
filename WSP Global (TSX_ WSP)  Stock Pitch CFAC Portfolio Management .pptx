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6858000" cy="9144000"/>
  <p:embeddedFontLst>
    <p:embeddedFont>
      <p:font typeface="Fira Sans Extra Condensed Medium"/>
      <p:regular r:id="rId30"/>
      <p:bold r:id="rId31"/>
      <p:italic r:id="rId32"/>
      <p:boldItalic r:id="rId33"/>
    </p:embeddedFont>
    <p:embeddedFont>
      <p:font typeface="Share"/>
      <p:regular r:id="rId34"/>
      <p:bold r:id="rId35"/>
      <p:italic r:id="rId36"/>
      <p:boldItalic r:id="rId37"/>
    </p:embeddedFont>
    <p:embeddedFont>
      <p:font typeface="DM Serif Display"/>
      <p:regular r:id="rId38"/>
      <p:italic r:id="rId39"/>
    </p:embeddedFont>
    <p:embeddedFont>
      <p:font typeface="Open Sans Light"/>
      <p:regular r:id="rId40"/>
      <p:bold r:id="rId41"/>
      <p:italic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Light-regular.fntdata"/><Relationship Id="rId20" Type="http://schemas.openxmlformats.org/officeDocument/2006/relationships/slide" Target="slides/slide16.xml"/><Relationship Id="rId42" Type="http://schemas.openxmlformats.org/officeDocument/2006/relationships/font" Target="fonts/OpenSansLight-italic.fntdata"/><Relationship Id="rId41" Type="http://schemas.openxmlformats.org/officeDocument/2006/relationships/font" Target="fonts/OpenSansLight-bold.fntdata"/><Relationship Id="rId22" Type="http://schemas.openxmlformats.org/officeDocument/2006/relationships/slide" Target="slides/slide18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7.xml"/><Relationship Id="rId43" Type="http://schemas.openxmlformats.org/officeDocument/2006/relationships/font" Target="fonts/OpenSansLight-boldItalic.fntdata"/><Relationship Id="rId24" Type="http://schemas.openxmlformats.org/officeDocument/2006/relationships/slide" Target="slides/slide20.xml"/><Relationship Id="rId46" Type="http://schemas.openxmlformats.org/officeDocument/2006/relationships/font" Target="fonts/OpenSans-italic.fntdata"/><Relationship Id="rId23" Type="http://schemas.openxmlformats.org/officeDocument/2006/relationships/slide" Target="slides/slide19.xml"/><Relationship Id="rId45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FiraSansExtraCondensedMedium-bold.fntdata"/><Relationship Id="rId30" Type="http://schemas.openxmlformats.org/officeDocument/2006/relationships/font" Target="fonts/FiraSansExtraCondensedMedium-regular.fntdata"/><Relationship Id="rId11" Type="http://schemas.openxmlformats.org/officeDocument/2006/relationships/slide" Target="slides/slide7.xml"/><Relationship Id="rId33" Type="http://schemas.openxmlformats.org/officeDocument/2006/relationships/font" Target="fonts/FiraSansExtraCondensedMedium-boldItalic.fntdata"/><Relationship Id="rId10" Type="http://schemas.openxmlformats.org/officeDocument/2006/relationships/slide" Target="slides/slide6.xml"/><Relationship Id="rId32" Type="http://schemas.openxmlformats.org/officeDocument/2006/relationships/font" Target="fonts/FiraSansExtraCondensedMedium-italic.fntdata"/><Relationship Id="rId13" Type="http://schemas.openxmlformats.org/officeDocument/2006/relationships/slide" Target="slides/slide9.xml"/><Relationship Id="rId35" Type="http://schemas.openxmlformats.org/officeDocument/2006/relationships/font" Target="fonts/Share-bold.fntdata"/><Relationship Id="rId12" Type="http://schemas.openxmlformats.org/officeDocument/2006/relationships/slide" Target="slides/slide8.xml"/><Relationship Id="rId34" Type="http://schemas.openxmlformats.org/officeDocument/2006/relationships/font" Target="fonts/Share-regular.fntdata"/><Relationship Id="rId15" Type="http://schemas.openxmlformats.org/officeDocument/2006/relationships/slide" Target="slides/slide11.xml"/><Relationship Id="rId37" Type="http://schemas.openxmlformats.org/officeDocument/2006/relationships/font" Target="fonts/Share-boldItalic.fntdata"/><Relationship Id="rId14" Type="http://schemas.openxmlformats.org/officeDocument/2006/relationships/slide" Target="slides/slide10.xml"/><Relationship Id="rId36" Type="http://schemas.openxmlformats.org/officeDocument/2006/relationships/font" Target="fonts/Share-italic.fntdata"/><Relationship Id="rId17" Type="http://schemas.openxmlformats.org/officeDocument/2006/relationships/slide" Target="slides/slide13.xml"/><Relationship Id="rId39" Type="http://schemas.openxmlformats.org/officeDocument/2006/relationships/font" Target="fonts/DMSerifDisplay-italic.fntdata"/><Relationship Id="rId16" Type="http://schemas.openxmlformats.org/officeDocument/2006/relationships/slide" Target="slides/slide12.xml"/><Relationship Id="rId38" Type="http://schemas.openxmlformats.org/officeDocument/2006/relationships/font" Target="fonts/DMSerifDisplay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1588ae0e4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1588ae0e4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1588ae0e4b_0_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1588ae0e4b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1588ae0e4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1588ae0e4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166a889f7a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166a889f7a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166a889f7a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166a889f7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166a889f7a_1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166a889f7a_1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1588ae0e4b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1588ae0e4b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1588ae0e4b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1588ae0e4b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1588ae0e4b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1588ae0e4b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7f955fd8a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7f955fd8a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1588ae0e4b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1588ae0e4b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11588ae0e4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11588ae0e4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11588ae0e4b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11588ae0e4b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1588ae0e4b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1588ae0e4b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7f955fd8a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7f955fd8a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7f955fd8a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7f955fd8a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7f955fd8a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7f955fd8a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7f955fd8a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7f955fd8a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11588ae0e4b_0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11588ae0e4b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7f8697668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7f8697668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1588ae0e4b_0_1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1588ae0e4b_0_1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7f8697668d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7f8697668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7f955fd8a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7f955fd8a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11588ae0e4b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11588ae0e4b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20.xml"/><Relationship Id="rId10" Type="http://schemas.openxmlformats.org/officeDocument/2006/relationships/slide" Target="/ppt/slides/slide20.xml"/><Relationship Id="rId13" Type="http://schemas.openxmlformats.org/officeDocument/2006/relationships/slide" Target="/ppt/slides/slide22.xml"/><Relationship Id="rId12" Type="http://schemas.openxmlformats.org/officeDocument/2006/relationships/slide" Target="/ppt/slides/slide22.xml"/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4.xml"/><Relationship Id="rId3" Type="http://schemas.openxmlformats.org/officeDocument/2006/relationships/slide" Target="/ppt/slides/slide4.xml"/><Relationship Id="rId4" Type="http://schemas.openxmlformats.org/officeDocument/2006/relationships/slide" Target="/ppt/slides/slide8.xml"/><Relationship Id="rId9" Type="http://schemas.openxmlformats.org/officeDocument/2006/relationships/slide" Target="/ppt/slides/slide15.xml"/><Relationship Id="rId5" Type="http://schemas.openxmlformats.org/officeDocument/2006/relationships/slide" Target="/ppt/slides/slide8.xml"/><Relationship Id="rId6" Type="http://schemas.openxmlformats.org/officeDocument/2006/relationships/slide" Target="/ppt/slides/slide12.xml"/><Relationship Id="rId7" Type="http://schemas.openxmlformats.org/officeDocument/2006/relationships/slide" Target="/ppt/slides/slide12.xml"/><Relationship Id="rId8" Type="http://schemas.openxmlformats.org/officeDocument/2006/relationships/slide" Target="/ppt/slides/slide15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449550" y="1361100"/>
            <a:ext cx="4245000" cy="212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449475" y="3483600"/>
            <a:ext cx="42450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None/>
              <a:defRPr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 flipH="1">
            <a:off x="4101575" y="2149455"/>
            <a:ext cx="2954400" cy="19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 flipH="1">
            <a:off x="787850" y="2419325"/>
            <a:ext cx="2954400" cy="16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lpha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roman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rabi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lpha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roman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rabi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lpha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roman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" type="subTitle"/>
          </p:nvPr>
        </p:nvSpPr>
        <p:spPr>
          <a:xfrm>
            <a:off x="934675" y="2689512"/>
            <a:ext cx="2877300" cy="13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9" name="Google Shape;19;p5"/>
          <p:cNvSpPr txBox="1"/>
          <p:nvPr>
            <p:ph idx="2" type="subTitle"/>
          </p:nvPr>
        </p:nvSpPr>
        <p:spPr>
          <a:xfrm>
            <a:off x="5371300" y="2689513"/>
            <a:ext cx="2877300" cy="13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type="ctrTitle"/>
          </p:nvPr>
        </p:nvSpPr>
        <p:spPr>
          <a:xfrm>
            <a:off x="934675" y="2129925"/>
            <a:ext cx="2877300" cy="2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ctrTitle"/>
          </p:nvPr>
        </p:nvSpPr>
        <p:spPr>
          <a:xfrm>
            <a:off x="5371300" y="2129925"/>
            <a:ext cx="2877300" cy="2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Font typeface="DM Serif Display"/>
              <a:buNone/>
              <a:defRPr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ctrTitle"/>
          </p:nvPr>
        </p:nvSpPr>
        <p:spPr>
          <a:xfrm>
            <a:off x="723600" y="470625"/>
            <a:ext cx="1567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1223575" y="1301500"/>
            <a:ext cx="3619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1223575" y="2039900"/>
            <a:ext cx="36198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2019050" y="1302350"/>
            <a:ext cx="5106000" cy="23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 flipH="1">
            <a:off x="4804872" y="2123400"/>
            <a:ext cx="2847000" cy="8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31" name="Google Shape;31;p9"/>
          <p:cNvSpPr txBox="1"/>
          <p:nvPr>
            <p:ph idx="1" type="subTitle"/>
          </p:nvPr>
        </p:nvSpPr>
        <p:spPr>
          <a:xfrm>
            <a:off x="2178957" y="2185251"/>
            <a:ext cx="19959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713225" y="3689525"/>
            <a:ext cx="77175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hasCustomPrompt="1" type="title"/>
          </p:nvPr>
        </p:nvSpPr>
        <p:spPr>
          <a:xfrm>
            <a:off x="713100" y="2293525"/>
            <a:ext cx="7717800" cy="14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/>
          <p:nvPr>
            <p:ph idx="1" type="subTitle"/>
          </p:nvPr>
        </p:nvSpPr>
        <p:spPr>
          <a:xfrm>
            <a:off x="712975" y="3945425"/>
            <a:ext cx="7717800" cy="4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ctrTitle"/>
          </p:nvPr>
        </p:nvSpPr>
        <p:spPr>
          <a:xfrm>
            <a:off x="723600" y="470622"/>
            <a:ext cx="1753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" name="Google Shape;40;p13">
            <a:hlinkClick action="ppaction://hlinksldjump" r:id="rId2"/>
          </p:cNvPr>
          <p:cNvSpPr txBox="1"/>
          <p:nvPr>
            <p:ph idx="2" type="ctrTitle"/>
          </p:nvPr>
        </p:nvSpPr>
        <p:spPr>
          <a:xfrm>
            <a:off x="2869492" y="2202425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1" name="Google Shape;41;p13"/>
          <p:cNvSpPr txBox="1"/>
          <p:nvPr>
            <p:ph idx="1" type="subTitle"/>
          </p:nvPr>
        </p:nvSpPr>
        <p:spPr>
          <a:xfrm>
            <a:off x="2133184" y="2617473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" name="Google Shape;42;p13">
            <a:hlinkClick action="ppaction://hlinksldjump" r:id="rId3"/>
          </p:cNvPr>
          <p:cNvSpPr txBox="1"/>
          <p:nvPr>
            <p:ph hasCustomPrompt="1" idx="3" type="title"/>
          </p:nvPr>
        </p:nvSpPr>
        <p:spPr>
          <a:xfrm>
            <a:off x="2285884" y="1624335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13">
            <a:hlinkClick action="ppaction://hlinksldjump" r:id="rId4"/>
          </p:cNvPr>
          <p:cNvSpPr txBox="1"/>
          <p:nvPr>
            <p:ph idx="4" type="ctrTitle"/>
          </p:nvPr>
        </p:nvSpPr>
        <p:spPr>
          <a:xfrm>
            <a:off x="3965788" y="2199025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4" name="Google Shape;44;p13"/>
          <p:cNvSpPr txBox="1"/>
          <p:nvPr>
            <p:ph idx="5" type="subTitle"/>
          </p:nvPr>
        </p:nvSpPr>
        <p:spPr>
          <a:xfrm>
            <a:off x="4240888" y="2612183"/>
            <a:ext cx="1976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5" name="Google Shape;45;p13">
            <a:hlinkClick action="ppaction://hlinksldjump" r:id="rId5"/>
          </p:cNvPr>
          <p:cNvSpPr txBox="1"/>
          <p:nvPr>
            <p:ph hasCustomPrompt="1" idx="6" type="title"/>
          </p:nvPr>
        </p:nvSpPr>
        <p:spPr>
          <a:xfrm>
            <a:off x="4483545" y="162093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3">
            <a:hlinkClick action="ppaction://hlinksldjump" r:id="rId6"/>
          </p:cNvPr>
          <p:cNvSpPr txBox="1"/>
          <p:nvPr>
            <p:ph idx="7" type="ctrTitle"/>
          </p:nvPr>
        </p:nvSpPr>
        <p:spPr>
          <a:xfrm>
            <a:off x="6974340" y="2199050"/>
            <a:ext cx="1444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7" name="Google Shape;47;p13"/>
          <p:cNvSpPr txBox="1"/>
          <p:nvPr>
            <p:ph idx="8" type="subTitle"/>
          </p:nvPr>
        </p:nvSpPr>
        <p:spPr>
          <a:xfrm>
            <a:off x="6512506" y="2612198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8" name="Google Shape;48;p13">
            <a:hlinkClick action="ppaction://hlinksldjump" r:id="rId7"/>
          </p:cNvPr>
          <p:cNvSpPr txBox="1"/>
          <p:nvPr>
            <p:ph hasCustomPrompt="1" idx="9" type="title"/>
          </p:nvPr>
        </p:nvSpPr>
        <p:spPr>
          <a:xfrm>
            <a:off x="6665206" y="162094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3">
            <a:hlinkClick action="ppaction://hlinksldjump" r:id="rId8"/>
          </p:cNvPr>
          <p:cNvSpPr txBox="1"/>
          <p:nvPr>
            <p:ph idx="13" type="ctrTitle"/>
          </p:nvPr>
        </p:nvSpPr>
        <p:spPr>
          <a:xfrm>
            <a:off x="725626" y="3784901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0" name="Google Shape;50;p13"/>
          <p:cNvSpPr txBox="1"/>
          <p:nvPr>
            <p:ph idx="14" type="subTitle"/>
          </p:nvPr>
        </p:nvSpPr>
        <p:spPr>
          <a:xfrm>
            <a:off x="725625" y="4199959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1" name="Google Shape;51;p13">
            <a:hlinkClick action="ppaction://hlinksldjump" r:id="rId9"/>
          </p:cNvPr>
          <p:cNvSpPr txBox="1"/>
          <p:nvPr>
            <p:ph hasCustomPrompt="1" idx="15" type="title"/>
          </p:nvPr>
        </p:nvSpPr>
        <p:spPr>
          <a:xfrm>
            <a:off x="725637" y="3219993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3">
            <a:hlinkClick action="ppaction://hlinksldjump" r:id="rId10"/>
          </p:cNvPr>
          <p:cNvSpPr txBox="1"/>
          <p:nvPr>
            <p:ph idx="16" type="ctrTitle"/>
          </p:nvPr>
        </p:nvSpPr>
        <p:spPr>
          <a:xfrm>
            <a:off x="2870600" y="3781501"/>
            <a:ext cx="1128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3" name="Google Shape;53;p13"/>
          <p:cNvSpPr txBox="1"/>
          <p:nvPr>
            <p:ph idx="17" type="subTitle"/>
          </p:nvPr>
        </p:nvSpPr>
        <p:spPr>
          <a:xfrm>
            <a:off x="2870596" y="4194668"/>
            <a:ext cx="1976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4" name="Google Shape;54;p13">
            <a:hlinkClick action="ppaction://hlinksldjump" r:id="rId11"/>
          </p:cNvPr>
          <p:cNvSpPr txBox="1"/>
          <p:nvPr>
            <p:ph hasCustomPrompt="1" idx="18" type="title"/>
          </p:nvPr>
        </p:nvSpPr>
        <p:spPr>
          <a:xfrm>
            <a:off x="2870612" y="321659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>
            <a:hlinkClick action="ppaction://hlinksldjump" r:id="rId12"/>
          </p:cNvPr>
          <p:cNvSpPr txBox="1"/>
          <p:nvPr>
            <p:ph idx="19" type="ctrTitle"/>
          </p:nvPr>
        </p:nvSpPr>
        <p:spPr>
          <a:xfrm>
            <a:off x="5015575" y="3781526"/>
            <a:ext cx="916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6" name="Google Shape;56;p13"/>
          <p:cNvSpPr txBox="1"/>
          <p:nvPr>
            <p:ph idx="20" type="subTitle"/>
          </p:nvPr>
        </p:nvSpPr>
        <p:spPr>
          <a:xfrm>
            <a:off x="5015575" y="4194684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7" name="Google Shape;57;p13">
            <a:hlinkClick action="ppaction://hlinksldjump" r:id="rId13"/>
          </p:cNvPr>
          <p:cNvSpPr txBox="1"/>
          <p:nvPr>
            <p:ph hasCustomPrompt="1" idx="21" type="title"/>
          </p:nvPr>
        </p:nvSpPr>
        <p:spPr>
          <a:xfrm>
            <a:off x="5015587" y="321660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441813" y="1410150"/>
            <a:ext cx="6260400" cy="16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1441788" y="3278250"/>
            <a:ext cx="6260400" cy="45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ctrTitle"/>
          </p:nvPr>
        </p:nvSpPr>
        <p:spPr>
          <a:xfrm flipH="1">
            <a:off x="2662025" y="2536464"/>
            <a:ext cx="2823900" cy="16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hasCustomPrompt="1" idx="2" type="title"/>
          </p:nvPr>
        </p:nvSpPr>
        <p:spPr>
          <a:xfrm flipH="1">
            <a:off x="5726839" y="2419325"/>
            <a:ext cx="2333700" cy="16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3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ctrTitle"/>
          </p:nvPr>
        </p:nvSpPr>
        <p:spPr>
          <a:xfrm flipH="1">
            <a:off x="4098567" y="2240372"/>
            <a:ext cx="3224700" cy="19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hasCustomPrompt="1" idx="2" type="title"/>
          </p:nvPr>
        </p:nvSpPr>
        <p:spPr>
          <a:xfrm flipH="1">
            <a:off x="1631236" y="2269925"/>
            <a:ext cx="23799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3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ctrTitle"/>
          </p:nvPr>
        </p:nvSpPr>
        <p:spPr>
          <a:xfrm flipH="1">
            <a:off x="2676021" y="2226953"/>
            <a:ext cx="2823900" cy="19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hasCustomPrompt="1" idx="2" type="title"/>
          </p:nvPr>
        </p:nvSpPr>
        <p:spPr>
          <a:xfrm flipH="1">
            <a:off x="5637514" y="2269925"/>
            <a:ext cx="23631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3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ctrTitle"/>
          </p:nvPr>
        </p:nvSpPr>
        <p:spPr>
          <a:xfrm flipH="1">
            <a:off x="4098499" y="2231814"/>
            <a:ext cx="2610000" cy="19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hasCustomPrompt="1" idx="2" type="title"/>
          </p:nvPr>
        </p:nvSpPr>
        <p:spPr>
          <a:xfrm flipH="1">
            <a:off x="1631236" y="2269925"/>
            <a:ext cx="23799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3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ctrTitle"/>
          </p:nvPr>
        </p:nvSpPr>
        <p:spPr>
          <a:xfrm flipH="1">
            <a:off x="2534025" y="2690100"/>
            <a:ext cx="4076100" cy="12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75" name="Google Shape;75;p19"/>
          <p:cNvSpPr txBox="1"/>
          <p:nvPr>
            <p:ph hasCustomPrompt="1" idx="2" type="title"/>
          </p:nvPr>
        </p:nvSpPr>
        <p:spPr>
          <a:xfrm flipH="1">
            <a:off x="2533950" y="768900"/>
            <a:ext cx="40761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9"/>
          <p:cNvSpPr txBox="1"/>
          <p:nvPr>
            <p:ph idx="1" type="subTitle"/>
          </p:nvPr>
        </p:nvSpPr>
        <p:spPr>
          <a:xfrm>
            <a:off x="2534025" y="3945900"/>
            <a:ext cx="4076100" cy="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6">
  <p:cSld name="CUSTOM_3_1_1_1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ctrTitle"/>
          </p:nvPr>
        </p:nvSpPr>
        <p:spPr>
          <a:xfrm flipH="1">
            <a:off x="4801666" y="2690100"/>
            <a:ext cx="3629100" cy="12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79" name="Google Shape;79;p20"/>
          <p:cNvSpPr txBox="1"/>
          <p:nvPr>
            <p:ph hasCustomPrompt="1" idx="2" type="title"/>
          </p:nvPr>
        </p:nvSpPr>
        <p:spPr>
          <a:xfrm flipH="1">
            <a:off x="4801666" y="768900"/>
            <a:ext cx="36291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20"/>
          <p:cNvSpPr txBox="1"/>
          <p:nvPr>
            <p:ph idx="1" type="subTitle"/>
          </p:nvPr>
        </p:nvSpPr>
        <p:spPr>
          <a:xfrm>
            <a:off x="4801759" y="3945900"/>
            <a:ext cx="3629100" cy="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7">
  <p:cSld name="CUSTOM_3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>
            <p:ph type="ctrTitle"/>
          </p:nvPr>
        </p:nvSpPr>
        <p:spPr>
          <a:xfrm flipH="1">
            <a:off x="713216" y="2690100"/>
            <a:ext cx="3629100" cy="12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83" name="Google Shape;83;p21"/>
          <p:cNvSpPr txBox="1"/>
          <p:nvPr>
            <p:ph hasCustomPrompt="1" idx="2" type="title"/>
          </p:nvPr>
        </p:nvSpPr>
        <p:spPr>
          <a:xfrm flipH="1">
            <a:off x="713216" y="768900"/>
            <a:ext cx="36291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21"/>
          <p:cNvSpPr txBox="1"/>
          <p:nvPr>
            <p:ph idx="1" type="subTitle"/>
          </p:nvPr>
        </p:nvSpPr>
        <p:spPr>
          <a:xfrm>
            <a:off x="713309" y="3945900"/>
            <a:ext cx="3629100" cy="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ctrTitle"/>
          </p:nvPr>
        </p:nvSpPr>
        <p:spPr>
          <a:xfrm>
            <a:off x="4755000" y="1851800"/>
            <a:ext cx="29832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7" name="Google Shape;87;p22"/>
          <p:cNvSpPr txBox="1"/>
          <p:nvPr>
            <p:ph idx="1" type="subTitle"/>
          </p:nvPr>
        </p:nvSpPr>
        <p:spPr>
          <a:xfrm>
            <a:off x="4754950" y="2314225"/>
            <a:ext cx="2983200" cy="13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subTitle"/>
          </p:nvPr>
        </p:nvSpPr>
        <p:spPr>
          <a:xfrm flipH="1">
            <a:off x="2144325" y="3016350"/>
            <a:ext cx="48552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" name="Google Shape;90;p23"/>
          <p:cNvSpPr txBox="1"/>
          <p:nvPr>
            <p:ph type="title"/>
          </p:nvPr>
        </p:nvSpPr>
        <p:spPr>
          <a:xfrm>
            <a:off x="1735599" y="1380450"/>
            <a:ext cx="5673000" cy="16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5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type="ctrTitle"/>
          </p:nvPr>
        </p:nvSpPr>
        <p:spPr>
          <a:xfrm>
            <a:off x="3414400" y="1822650"/>
            <a:ext cx="5007900" cy="95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24"/>
          <p:cNvSpPr txBox="1"/>
          <p:nvPr>
            <p:ph idx="1" type="subTitle"/>
          </p:nvPr>
        </p:nvSpPr>
        <p:spPr>
          <a:xfrm>
            <a:off x="4563475" y="2777250"/>
            <a:ext cx="38673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7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ctrTitle"/>
          </p:nvPr>
        </p:nvSpPr>
        <p:spPr>
          <a:xfrm>
            <a:off x="5159880" y="2227950"/>
            <a:ext cx="29832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6" name="Google Shape;96;p25"/>
          <p:cNvSpPr txBox="1"/>
          <p:nvPr>
            <p:ph idx="1" type="subTitle"/>
          </p:nvPr>
        </p:nvSpPr>
        <p:spPr>
          <a:xfrm>
            <a:off x="5159880" y="2571750"/>
            <a:ext cx="2983200" cy="6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8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type="ctrTitle"/>
          </p:nvPr>
        </p:nvSpPr>
        <p:spPr>
          <a:xfrm>
            <a:off x="945189" y="2227950"/>
            <a:ext cx="29832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9" name="Google Shape;99;p26"/>
          <p:cNvSpPr txBox="1"/>
          <p:nvPr>
            <p:ph idx="1" type="subTitle"/>
          </p:nvPr>
        </p:nvSpPr>
        <p:spPr>
          <a:xfrm>
            <a:off x="945200" y="2571750"/>
            <a:ext cx="2983200" cy="6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4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/>
          <p:nvPr>
            <p:ph idx="1" type="subTitle"/>
          </p:nvPr>
        </p:nvSpPr>
        <p:spPr>
          <a:xfrm flipH="1">
            <a:off x="1010400" y="3423025"/>
            <a:ext cx="1648500" cy="3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9pPr>
          </a:lstStyle>
          <a:p/>
        </p:txBody>
      </p:sp>
      <p:sp>
        <p:nvSpPr>
          <p:cNvPr id="102" name="Google Shape;102;p27"/>
          <p:cNvSpPr txBox="1"/>
          <p:nvPr>
            <p:ph idx="2" type="subTitle"/>
          </p:nvPr>
        </p:nvSpPr>
        <p:spPr>
          <a:xfrm flipH="1">
            <a:off x="1010400" y="3740150"/>
            <a:ext cx="1648500" cy="4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3" name="Google Shape;103;p27"/>
          <p:cNvSpPr txBox="1"/>
          <p:nvPr>
            <p:ph idx="3" type="subTitle"/>
          </p:nvPr>
        </p:nvSpPr>
        <p:spPr>
          <a:xfrm flipH="1">
            <a:off x="3747750" y="3423025"/>
            <a:ext cx="1648500" cy="3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9pPr>
          </a:lstStyle>
          <a:p/>
        </p:txBody>
      </p:sp>
      <p:sp>
        <p:nvSpPr>
          <p:cNvPr id="104" name="Google Shape;104;p27"/>
          <p:cNvSpPr txBox="1"/>
          <p:nvPr>
            <p:ph idx="4" type="subTitle"/>
          </p:nvPr>
        </p:nvSpPr>
        <p:spPr>
          <a:xfrm>
            <a:off x="6490950" y="3423025"/>
            <a:ext cx="1648500" cy="3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9pPr>
          </a:lstStyle>
          <a:p/>
        </p:txBody>
      </p:sp>
      <p:sp>
        <p:nvSpPr>
          <p:cNvPr id="105" name="Google Shape;105;p27"/>
          <p:cNvSpPr txBox="1"/>
          <p:nvPr>
            <p:ph idx="5" type="subTitle"/>
          </p:nvPr>
        </p:nvSpPr>
        <p:spPr>
          <a:xfrm flipH="1">
            <a:off x="3747750" y="3740125"/>
            <a:ext cx="1648500" cy="4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6" name="Google Shape;106;p27"/>
          <p:cNvSpPr txBox="1"/>
          <p:nvPr>
            <p:ph idx="6" type="subTitle"/>
          </p:nvPr>
        </p:nvSpPr>
        <p:spPr>
          <a:xfrm>
            <a:off x="6490950" y="3740125"/>
            <a:ext cx="1648500" cy="4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7" name="Google Shape;107;p27"/>
          <p:cNvSpPr txBox="1"/>
          <p:nvPr>
            <p:ph hasCustomPrompt="1" type="title"/>
          </p:nvPr>
        </p:nvSpPr>
        <p:spPr>
          <a:xfrm>
            <a:off x="1389900" y="2163690"/>
            <a:ext cx="889500" cy="361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27"/>
          <p:cNvSpPr txBox="1"/>
          <p:nvPr>
            <p:ph hasCustomPrompt="1" idx="7" type="title"/>
          </p:nvPr>
        </p:nvSpPr>
        <p:spPr>
          <a:xfrm>
            <a:off x="4127250" y="2160367"/>
            <a:ext cx="889500" cy="361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27"/>
          <p:cNvSpPr txBox="1"/>
          <p:nvPr>
            <p:ph hasCustomPrompt="1" idx="8" type="title"/>
          </p:nvPr>
        </p:nvSpPr>
        <p:spPr>
          <a:xfrm>
            <a:off x="6873895" y="2160693"/>
            <a:ext cx="889500" cy="361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27"/>
          <p:cNvSpPr txBox="1"/>
          <p:nvPr>
            <p:ph idx="9" type="ctrTitle"/>
          </p:nvPr>
        </p:nvSpPr>
        <p:spPr>
          <a:xfrm>
            <a:off x="723600" y="470625"/>
            <a:ext cx="1735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9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ctrTitle"/>
          </p:nvPr>
        </p:nvSpPr>
        <p:spPr>
          <a:xfrm>
            <a:off x="723600" y="470625"/>
            <a:ext cx="1878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" name="Google Shape;113;p28"/>
          <p:cNvSpPr txBox="1"/>
          <p:nvPr>
            <p:ph idx="2" type="ctrTitle"/>
          </p:nvPr>
        </p:nvSpPr>
        <p:spPr>
          <a:xfrm>
            <a:off x="1263150" y="1910650"/>
            <a:ext cx="1338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4" name="Google Shape;114;p28"/>
          <p:cNvSpPr txBox="1"/>
          <p:nvPr>
            <p:ph idx="1" type="subTitle"/>
          </p:nvPr>
        </p:nvSpPr>
        <p:spPr>
          <a:xfrm>
            <a:off x="1310100" y="2426522"/>
            <a:ext cx="1244400" cy="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3" type="ctrTitle"/>
          </p:nvPr>
        </p:nvSpPr>
        <p:spPr>
          <a:xfrm>
            <a:off x="3902700" y="1910650"/>
            <a:ext cx="1338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6" name="Google Shape;116;p28"/>
          <p:cNvSpPr txBox="1"/>
          <p:nvPr>
            <p:ph idx="4" type="subTitle"/>
          </p:nvPr>
        </p:nvSpPr>
        <p:spPr>
          <a:xfrm>
            <a:off x="3949650" y="2426522"/>
            <a:ext cx="1244400" cy="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5" type="ctrTitle"/>
          </p:nvPr>
        </p:nvSpPr>
        <p:spPr>
          <a:xfrm>
            <a:off x="6589500" y="1910650"/>
            <a:ext cx="1338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8" name="Google Shape;118;p28"/>
          <p:cNvSpPr txBox="1"/>
          <p:nvPr>
            <p:ph idx="6" type="subTitle"/>
          </p:nvPr>
        </p:nvSpPr>
        <p:spPr>
          <a:xfrm>
            <a:off x="6636450" y="2426522"/>
            <a:ext cx="1244400" cy="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hasCustomPrompt="1" idx="7" type="title"/>
          </p:nvPr>
        </p:nvSpPr>
        <p:spPr>
          <a:xfrm>
            <a:off x="1422605" y="3223975"/>
            <a:ext cx="10194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28"/>
          <p:cNvSpPr txBox="1"/>
          <p:nvPr>
            <p:ph hasCustomPrompt="1" idx="8" type="title"/>
          </p:nvPr>
        </p:nvSpPr>
        <p:spPr>
          <a:xfrm>
            <a:off x="4038680" y="3223975"/>
            <a:ext cx="10194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28"/>
          <p:cNvSpPr txBox="1"/>
          <p:nvPr>
            <p:ph hasCustomPrompt="1" idx="9" type="title"/>
          </p:nvPr>
        </p:nvSpPr>
        <p:spPr>
          <a:xfrm>
            <a:off x="6749255" y="3223975"/>
            <a:ext cx="10194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ctrTitle"/>
          </p:nvPr>
        </p:nvSpPr>
        <p:spPr>
          <a:xfrm>
            <a:off x="-539012" y="2132593"/>
            <a:ext cx="4567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4" name="Google Shape;124;p29"/>
          <p:cNvSpPr txBox="1"/>
          <p:nvPr>
            <p:ph idx="1" type="subTitle"/>
          </p:nvPr>
        </p:nvSpPr>
        <p:spPr>
          <a:xfrm>
            <a:off x="1231588" y="3202043"/>
            <a:ext cx="2797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5" name="Google Shape;125;p29"/>
          <p:cNvSpPr txBox="1"/>
          <p:nvPr>
            <p:ph idx="2" type="subTitle"/>
          </p:nvPr>
        </p:nvSpPr>
        <p:spPr>
          <a:xfrm>
            <a:off x="5115470" y="3202043"/>
            <a:ext cx="2797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6" name="Google Shape;126;p29"/>
          <p:cNvSpPr txBox="1"/>
          <p:nvPr>
            <p:ph idx="3" type="ctrTitle"/>
          </p:nvPr>
        </p:nvSpPr>
        <p:spPr>
          <a:xfrm>
            <a:off x="5115470" y="2132593"/>
            <a:ext cx="45873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>
            <p:ph type="ctrTitle"/>
          </p:nvPr>
        </p:nvSpPr>
        <p:spPr>
          <a:xfrm>
            <a:off x="723600" y="470625"/>
            <a:ext cx="1945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30"/>
          <p:cNvSpPr txBox="1"/>
          <p:nvPr>
            <p:ph idx="1" type="subTitle"/>
          </p:nvPr>
        </p:nvSpPr>
        <p:spPr>
          <a:xfrm>
            <a:off x="4240075" y="1504450"/>
            <a:ext cx="2888400" cy="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0" name="Google Shape;130;p30"/>
          <p:cNvSpPr txBox="1"/>
          <p:nvPr>
            <p:ph idx="2" type="subTitle"/>
          </p:nvPr>
        </p:nvSpPr>
        <p:spPr>
          <a:xfrm>
            <a:off x="4240075" y="2675938"/>
            <a:ext cx="2888400" cy="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1" name="Google Shape;131;p30"/>
          <p:cNvSpPr txBox="1"/>
          <p:nvPr>
            <p:ph idx="3" type="ctrTitle"/>
          </p:nvPr>
        </p:nvSpPr>
        <p:spPr>
          <a:xfrm>
            <a:off x="4240075" y="1198100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2" name="Google Shape;132;p30"/>
          <p:cNvSpPr txBox="1"/>
          <p:nvPr>
            <p:ph idx="4" type="ctrTitle"/>
          </p:nvPr>
        </p:nvSpPr>
        <p:spPr>
          <a:xfrm>
            <a:off x="4240075" y="2362488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3" name="Google Shape;133;p30"/>
          <p:cNvSpPr txBox="1"/>
          <p:nvPr>
            <p:ph idx="5" type="subTitle"/>
          </p:nvPr>
        </p:nvSpPr>
        <p:spPr>
          <a:xfrm>
            <a:off x="4240075" y="3844975"/>
            <a:ext cx="2888400" cy="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4" name="Google Shape;134;p30"/>
          <p:cNvSpPr txBox="1"/>
          <p:nvPr>
            <p:ph idx="6" type="ctrTitle"/>
          </p:nvPr>
        </p:nvSpPr>
        <p:spPr>
          <a:xfrm>
            <a:off x="4240075" y="3537472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8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>
            <p:ph type="ctrTitle"/>
          </p:nvPr>
        </p:nvSpPr>
        <p:spPr>
          <a:xfrm>
            <a:off x="723600" y="470625"/>
            <a:ext cx="1497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7" name="Google Shape;137;p31"/>
          <p:cNvSpPr txBox="1"/>
          <p:nvPr>
            <p:ph idx="2" type="ctrTitle"/>
          </p:nvPr>
        </p:nvSpPr>
        <p:spPr>
          <a:xfrm>
            <a:off x="1386000" y="3425225"/>
            <a:ext cx="1581900" cy="48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8" name="Google Shape;138;p31"/>
          <p:cNvSpPr txBox="1"/>
          <p:nvPr>
            <p:ph idx="3" type="ctrTitle"/>
          </p:nvPr>
        </p:nvSpPr>
        <p:spPr>
          <a:xfrm>
            <a:off x="3767200" y="2613025"/>
            <a:ext cx="1581900" cy="48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9" name="Google Shape;139;p31"/>
          <p:cNvSpPr txBox="1"/>
          <p:nvPr>
            <p:ph idx="4" type="ctrTitle"/>
          </p:nvPr>
        </p:nvSpPr>
        <p:spPr>
          <a:xfrm>
            <a:off x="6148400" y="3425225"/>
            <a:ext cx="1581900" cy="48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0" name="Google Shape;140;p31"/>
          <p:cNvSpPr txBox="1"/>
          <p:nvPr>
            <p:ph idx="1" type="subTitle"/>
          </p:nvPr>
        </p:nvSpPr>
        <p:spPr>
          <a:xfrm>
            <a:off x="1386000" y="3778950"/>
            <a:ext cx="1581900" cy="6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1" name="Google Shape;141;p31"/>
          <p:cNvSpPr txBox="1"/>
          <p:nvPr>
            <p:ph idx="5" type="subTitle"/>
          </p:nvPr>
        </p:nvSpPr>
        <p:spPr>
          <a:xfrm>
            <a:off x="3767200" y="2966750"/>
            <a:ext cx="1581900" cy="6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2" name="Google Shape;142;p31"/>
          <p:cNvSpPr txBox="1"/>
          <p:nvPr>
            <p:ph idx="6" type="subTitle"/>
          </p:nvPr>
        </p:nvSpPr>
        <p:spPr>
          <a:xfrm>
            <a:off x="6148400" y="3778950"/>
            <a:ext cx="1581900" cy="6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8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>
            <p:ph type="ctrTitle"/>
          </p:nvPr>
        </p:nvSpPr>
        <p:spPr>
          <a:xfrm>
            <a:off x="723600" y="470625"/>
            <a:ext cx="1497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5" name="Google Shape;145;p32"/>
          <p:cNvSpPr txBox="1"/>
          <p:nvPr>
            <p:ph idx="2" type="ctrTitle"/>
          </p:nvPr>
        </p:nvSpPr>
        <p:spPr>
          <a:xfrm>
            <a:off x="1170425" y="3123050"/>
            <a:ext cx="1581900" cy="48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6" name="Google Shape;146;p32"/>
          <p:cNvSpPr txBox="1"/>
          <p:nvPr>
            <p:ph idx="3" type="ctrTitle"/>
          </p:nvPr>
        </p:nvSpPr>
        <p:spPr>
          <a:xfrm>
            <a:off x="3781050" y="3123050"/>
            <a:ext cx="1581900" cy="48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7" name="Google Shape;147;p32"/>
          <p:cNvSpPr txBox="1"/>
          <p:nvPr>
            <p:ph idx="4" type="ctrTitle"/>
          </p:nvPr>
        </p:nvSpPr>
        <p:spPr>
          <a:xfrm>
            <a:off x="6391675" y="3123050"/>
            <a:ext cx="1581900" cy="48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8" name="Google Shape;148;p32"/>
          <p:cNvSpPr txBox="1"/>
          <p:nvPr>
            <p:ph idx="1" type="subTitle"/>
          </p:nvPr>
        </p:nvSpPr>
        <p:spPr>
          <a:xfrm>
            <a:off x="1170425" y="3552975"/>
            <a:ext cx="15819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9" name="Google Shape;149;p32"/>
          <p:cNvSpPr txBox="1"/>
          <p:nvPr>
            <p:ph idx="5" type="subTitle"/>
          </p:nvPr>
        </p:nvSpPr>
        <p:spPr>
          <a:xfrm>
            <a:off x="3781050" y="3552975"/>
            <a:ext cx="15819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0" name="Google Shape;150;p32"/>
          <p:cNvSpPr txBox="1"/>
          <p:nvPr>
            <p:ph idx="6" type="subTitle"/>
          </p:nvPr>
        </p:nvSpPr>
        <p:spPr>
          <a:xfrm>
            <a:off x="6391675" y="3552975"/>
            <a:ext cx="15819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ctrTitle"/>
          </p:nvPr>
        </p:nvSpPr>
        <p:spPr>
          <a:xfrm>
            <a:off x="723600" y="470622"/>
            <a:ext cx="1753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3" name="Google Shape;153;p33">
            <a:hlinkClick/>
          </p:cNvPr>
          <p:cNvSpPr txBox="1"/>
          <p:nvPr>
            <p:ph idx="2" type="ctrTitle"/>
          </p:nvPr>
        </p:nvSpPr>
        <p:spPr>
          <a:xfrm>
            <a:off x="725626" y="3784901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4" name="Google Shape;154;p33"/>
          <p:cNvSpPr txBox="1"/>
          <p:nvPr>
            <p:ph idx="1" type="subTitle"/>
          </p:nvPr>
        </p:nvSpPr>
        <p:spPr>
          <a:xfrm>
            <a:off x="725625" y="4291560"/>
            <a:ext cx="1906500" cy="4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55" name="Google Shape;155;p33">
            <a:hlinkClick/>
          </p:cNvPr>
          <p:cNvSpPr txBox="1"/>
          <p:nvPr>
            <p:ph hasCustomPrompt="1" idx="3" type="title"/>
          </p:nvPr>
        </p:nvSpPr>
        <p:spPr>
          <a:xfrm>
            <a:off x="725637" y="3219993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56" name="Google Shape;156;p33">
            <a:hlinkClick/>
          </p:cNvPr>
          <p:cNvSpPr txBox="1"/>
          <p:nvPr>
            <p:ph idx="4" type="ctrTitle"/>
          </p:nvPr>
        </p:nvSpPr>
        <p:spPr>
          <a:xfrm>
            <a:off x="2870600" y="3781500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33"/>
          <p:cNvSpPr txBox="1"/>
          <p:nvPr>
            <p:ph idx="5" type="subTitle"/>
          </p:nvPr>
        </p:nvSpPr>
        <p:spPr>
          <a:xfrm>
            <a:off x="2870596" y="4287854"/>
            <a:ext cx="1976700" cy="4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58" name="Google Shape;158;p33">
            <a:hlinkClick/>
          </p:cNvPr>
          <p:cNvSpPr txBox="1"/>
          <p:nvPr>
            <p:ph hasCustomPrompt="1" idx="6" type="title"/>
          </p:nvPr>
        </p:nvSpPr>
        <p:spPr>
          <a:xfrm>
            <a:off x="2870612" y="321659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59" name="Google Shape;159;p33">
            <a:hlinkClick/>
          </p:cNvPr>
          <p:cNvSpPr txBox="1"/>
          <p:nvPr>
            <p:ph idx="7" type="ctrTitle"/>
          </p:nvPr>
        </p:nvSpPr>
        <p:spPr>
          <a:xfrm>
            <a:off x="5015575" y="3781525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33"/>
          <p:cNvSpPr txBox="1"/>
          <p:nvPr>
            <p:ph idx="8" type="subTitle"/>
          </p:nvPr>
        </p:nvSpPr>
        <p:spPr>
          <a:xfrm>
            <a:off x="5015575" y="4287865"/>
            <a:ext cx="1906500" cy="4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61" name="Google Shape;161;p33">
            <a:hlinkClick/>
          </p:cNvPr>
          <p:cNvSpPr txBox="1"/>
          <p:nvPr>
            <p:ph hasCustomPrompt="1" idx="9" type="title"/>
          </p:nvPr>
        </p:nvSpPr>
        <p:spPr>
          <a:xfrm>
            <a:off x="5015587" y="321660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/>
          <p:nvPr>
            <p:ph type="ctrTitle"/>
          </p:nvPr>
        </p:nvSpPr>
        <p:spPr>
          <a:xfrm>
            <a:off x="723600" y="470625"/>
            <a:ext cx="16161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34"/>
          <p:cNvSpPr txBox="1"/>
          <p:nvPr>
            <p:ph idx="2" type="ctrTitle"/>
          </p:nvPr>
        </p:nvSpPr>
        <p:spPr>
          <a:xfrm>
            <a:off x="1967544" y="1602843"/>
            <a:ext cx="2429400" cy="57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5" name="Google Shape;165;p34"/>
          <p:cNvSpPr txBox="1"/>
          <p:nvPr>
            <p:ph idx="1" type="subTitle"/>
          </p:nvPr>
        </p:nvSpPr>
        <p:spPr>
          <a:xfrm>
            <a:off x="2269044" y="2064316"/>
            <a:ext cx="1826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6" name="Google Shape;166;p34"/>
          <p:cNvSpPr txBox="1"/>
          <p:nvPr>
            <p:ph idx="3" type="ctrTitle"/>
          </p:nvPr>
        </p:nvSpPr>
        <p:spPr>
          <a:xfrm>
            <a:off x="4747031" y="1602843"/>
            <a:ext cx="2429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7" name="Google Shape;167;p34"/>
          <p:cNvSpPr txBox="1"/>
          <p:nvPr>
            <p:ph idx="4" type="subTitle"/>
          </p:nvPr>
        </p:nvSpPr>
        <p:spPr>
          <a:xfrm>
            <a:off x="5048531" y="2064313"/>
            <a:ext cx="1826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8" name="Google Shape;168;p34"/>
          <p:cNvSpPr txBox="1"/>
          <p:nvPr>
            <p:ph idx="5" type="ctrTitle"/>
          </p:nvPr>
        </p:nvSpPr>
        <p:spPr>
          <a:xfrm>
            <a:off x="1967544" y="3229976"/>
            <a:ext cx="2429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9" name="Google Shape;169;p34"/>
          <p:cNvSpPr txBox="1"/>
          <p:nvPr>
            <p:ph idx="6" type="subTitle"/>
          </p:nvPr>
        </p:nvSpPr>
        <p:spPr>
          <a:xfrm>
            <a:off x="2269044" y="3691450"/>
            <a:ext cx="1826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0" name="Google Shape;170;p34"/>
          <p:cNvSpPr txBox="1"/>
          <p:nvPr>
            <p:ph idx="7" type="ctrTitle"/>
          </p:nvPr>
        </p:nvSpPr>
        <p:spPr>
          <a:xfrm>
            <a:off x="4747031" y="3247354"/>
            <a:ext cx="2429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71" name="Google Shape;171;p34"/>
          <p:cNvSpPr txBox="1"/>
          <p:nvPr>
            <p:ph idx="8" type="subTitle"/>
          </p:nvPr>
        </p:nvSpPr>
        <p:spPr>
          <a:xfrm>
            <a:off x="5048531" y="3708824"/>
            <a:ext cx="1826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/>
          <p:nvPr>
            <p:ph type="ctrTitle"/>
          </p:nvPr>
        </p:nvSpPr>
        <p:spPr>
          <a:xfrm>
            <a:off x="723600" y="470625"/>
            <a:ext cx="17070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4" name="Google Shape;174;p35"/>
          <p:cNvSpPr txBox="1"/>
          <p:nvPr>
            <p:ph idx="2" type="ctrTitle"/>
          </p:nvPr>
        </p:nvSpPr>
        <p:spPr>
          <a:xfrm>
            <a:off x="1610575" y="1611625"/>
            <a:ext cx="1853100" cy="31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5" name="Google Shape;175;p35"/>
          <p:cNvSpPr txBox="1"/>
          <p:nvPr>
            <p:ph idx="3" type="ctrTitle"/>
          </p:nvPr>
        </p:nvSpPr>
        <p:spPr>
          <a:xfrm>
            <a:off x="5707025" y="1613761"/>
            <a:ext cx="1853100" cy="31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6" name="Google Shape;176;p35"/>
          <p:cNvSpPr txBox="1"/>
          <p:nvPr>
            <p:ph idx="4" type="ctrTitle"/>
          </p:nvPr>
        </p:nvSpPr>
        <p:spPr>
          <a:xfrm>
            <a:off x="1610575" y="3135908"/>
            <a:ext cx="1853100" cy="31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7" name="Google Shape;177;p35"/>
          <p:cNvSpPr txBox="1"/>
          <p:nvPr>
            <p:ph idx="5" type="ctrTitle"/>
          </p:nvPr>
        </p:nvSpPr>
        <p:spPr>
          <a:xfrm>
            <a:off x="5707025" y="3144067"/>
            <a:ext cx="1853100" cy="31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8" name="Google Shape;178;p35"/>
          <p:cNvSpPr txBox="1"/>
          <p:nvPr>
            <p:ph idx="1" type="subTitle"/>
          </p:nvPr>
        </p:nvSpPr>
        <p:spPr>
          <a:xfrm>
            <a:off x="5707025" y="3431480"/>
            <a:ext cx="18531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35"/>
          <p:cNvSpPr txBox="1"/>
          <p:nvPr>
            <p:ph idx="6" type="subTitle"/>
          </p:nvPr>
        </p:nvSpPr>
        <p:spPr>
          <a:xfrm>
            <a:off x="1610575" y="1904875"/>
            <a:ext cx="18531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0" name="Google Shape;180;p35"/>
          <p:cNvSpPr txBox="1"/>
          <p:nvPr>
            <p:ph idx="7" type="subTitle"/>
          </p:nvPr>
        </p:nvSpPr>
        <p:spPr>
          <a:xfrm>
            <a:off x="1610575" y="3420719"/>
            <a:ext cx="18531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1" name="Google Shape;181;p35"/>
          <p:cNvSpPr txBox="1"/>
          <p:nvPr>
            <p:ph idx="8" type="subTitle"/>
          </p:nvPr>
        </p:nvSpPr>
        <p:spPr>
          <a:xfrm>
            <a:off x="5707025" y="1901903"/>
            <a:ext cx="18531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5_1_1"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ctrTitle"/>
          </p:nvPr>
        </p:nvSpPr>
        <p:spPr>
          <a:xfrm>
            <a:off x="723600" y="470625"/>
            <a:ext cx="17070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4" name="Google Shape;184;p36"/>
          <p:cNvSpPr txBox="1"/>
          <p:nvPr>
            <p:ph idx="2" type="ctrTitle"/>
          </p:nvPr>
        </p:nvSpPr>
        <p:spPr>
          <a:xfrm>
            <a:off x="1627625" y="2937725"/>
            <a:ext cx="28734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5" name="Google Shape;185;p36"/>
          <p:cNvSpPr txBox="1"/>
          <p:nvPr>
            <p:ph idx="3" type="ctrTitle"/>
          </p:nvPr>
        </p:nvSpPr>
        <p:spPr>
          <a:xfrm>
            <a:off x="1627625" y="1302300"/>
            <a:ext cx="28734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36"/>
          <p:cNvSpPr txBox="1"/>
          <p:nvPr>
            <p:ph idx="4" type="ctrTitle"/>
          </p:nvPr>
        </p:nvSpPr>
        <p:spPr>
          <a:xfrm>
            <a:off x="1627625" y="3749525"/>
            <a:ext cx="28734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7" name="Google Shape;187;p36"/>
          <p:cNvSpPr txBox="1"/>
          <p:nvPr>
            <p:ph idx="5" type="ctrTitle"/>
          </p:nvPr>
        </p:nvSpPr>
        <p:spPr>
          <a:xfrm>
            <a:off x="1627625" y="2125920"/>
            <a:ext cx="28734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8" name="Google Shape;188;p36"/>
          <p:cNvSpPr txBox="1"/>
          <p:nvPr>
            <p:ph idx="1" type="subTitle"/>
          </p:nvPr>
        </p:nvSpPr>
        <p:spPr>
          <a:xfrm>
            <a:off x="1627625" y="2493725"/>
            <a:ext cx="28734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9" name="Google Shape;189;p36"/>
          <p:cNvSpPr txBox="1"/>
          <p:nvPr>
            <p:ph idx="6" type="subTitle"/>
          </p:nvPr>
        </p:nvSpPr>
        <p:spPr>
          <a:xfrm>
            <a:off x="1627625" y="3305525"/>
            <a:ext cx="28734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0" name="Google Shape;190;p36"/>
          <p:cNvSpPr txBox="1"/>
          <p:nvPr>
            <p:ph idx="7" type="subTitle"/>
          </p:nvPr>
        </p:nvSpPr>
        <p:spPr>
          <a:xfrm>
            <a:off x="1627625" y="4117325"/>
            <a:ext cx="28734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1" name="Google Shape;191;p36"/>
          <p:cNvSpPr txBox="1"/>
          <p:nvPr>
            <p:ph idx="8" type="subTitle"/>
          </p:nvPr>
        </p:nvSpPr>
        <p:spPr>
          <a:xfrm>
            <a:off x="1627625" y="1681925"/>
            <a:ext cx="28734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CUSTOM_2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type="ctrTitle"/>
          </p:nvPr>
        </p:nvSpPr>
        <p:spPr>
          <a:xfrm>
            <a:off x="6499521" y="3293191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4" name="Google Shape;194;p37"/>
          <p:cNvSpPr txBox="1"/>
          <p:nvPr>
            <p:ph idx="1" type="subTitle"/>
          </p:nvPr>
        </p:nvSpPr>
        <p:spPr>
          <a:xfrm>
            <a:off x="6499521" y="3568943"/>
            <a:ext cx="1690800" cy="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5" name="Google Shape;195;p37"/>
          <p:cNvSpPr txBox="1"/>
          <p:nvPr>
            <p:ph idx="2" type="ctrTitle"/>
          </p:nvPr>
        </p:nvSpPr>
        <p:spPr>
          <a:xfrm>
            <a:off x="975094" y="3293196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6" name="Google Shape;196;p37"/>
          <p:cNvSpPr txBox="1"/>
          <p:nvPr>
            <p:ph idx="3" type="subTitle"/>
          </p:nvPr>
        </p:nvSpPr>
        <p:spPr>
          <a:xfrm>
            <a:off x="975094" y="3568950"/>
            <a:ext cx="1690800" cy="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7" name="Google Shape;197;p37"/>
          <p:cNvSpPr txBox="1"/>
          <p:nvPr>
            <p:ph idx="4" type="ctrTitle"/>
          </p:nvPr>
        </p:nvSpPr>
        <p:spPr>
          <a:xfrm>
            <a:off x="2818426" y="3293196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8" name="Google Shape;198;p37"/>
          <p:cNvSpPr txBox="1"/>
          <p:nvPr>
            <p:ph idx="5" type="subTitle"/>
          </p:nvPr>
        </p:nvSpPr>
        <p:spPr>
          <a:xfrm>
            <a:off x="2818426" y="3568950"/>
            <a:ext cx="1690800" cy="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9" name="Google Shape;199;p37"/>
          <p:cNvSpPr txBox="1"/>
          <p:nvPr>
            <p:ph idx="6" type="ctrTitle"/>
          </p:nvPr>
        </p:nvSpPr>
        <p:spPr>
          <a:xfrm>
            <a:off x="4658972" y="3293200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00" name="Google Shape;200;p37"/>
          <p:cNvSpPr txBox="1"/>
          <p:nvPr>
            <p:ph idx="7" type="subTitle"/>
          </p:nvPr>
        </p:nvSpPr>
        <p:spPr>
          <a:xfrm>
            <a:off x="4658972" y="3568950"/>
            <a:ext cx="1690800" cy="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37"/>
          <p:cNvSpPr txBox="1"/>
          <p:nvPr>
            <p:ph idx="8" type="ctrTitle"/>
          </p:nvPr>
        </p:nvSpPr>
        <p:spPr>
          <a:xfrm>
            <a:off x="723600" y="470625"/>
            <a:ext cx="17070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20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/>
          <p:nvPr>
            <p:ph type="title"/>
          </p:nvPr>
        </p:nvSpPr>
        <p:spPr>
          <a:xfrm>
            <a:off x="2576175" y="1911089"/>
            <a:ext cx="20811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04" name="Google Shape;204;p38"/>
          <p:cNvSpPr txBox="1"/>
          <p:nvPr>
            <p:ph idx="1" type="subTitle"/>
          </p:nvPr>
        </p:nvSpPr>
        <p:spPr>
          <a:xfrm>
            <a:off x="2576172" y="2274706"/>
            <a:ext cx="2081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05" name="Google Shape;205;p38"/>
          <p:cNvSpPr txBox="1"/>
          <p:nvPr>
            <p:ph idx="2" type="title"/>
          </p:nvPr>
        </p:nvSpPr>
        <p:spPr>
          <a:xfrm>
            <a:off x="4860080" y="1911089"/>
            <a:ext cx="20811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06" name="Google Shape;206;p38"/>
          <p:cNvSpPr txBox="1"/>
          <p:nvPr>
            <p:ph idx="3" type="subTitle"/>
          </p:nvPr>
        </p:nvSpPr>
        <p:spPr>
          <a:xfrm>
            <a:off x="4860082" y="2274706"/>
            <a:ext cx="2081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07" name="Google Shape;207;p38"/>
          <p:cNvSpPr txBox="1"/>
          <p:nvPr>
            <p:ph idx="4" type="title"/>
          </p:nvPr>
        </p:nvSpPr>
        <p:spPr>
          <a:xfrm>
            <a:off x="1431975" y="3604284"/>
            <a:ext cx="20811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08" name="Google Shape;208;p38"/>
          <p:cNvSpPr txBox="1"/>
          <p:nvPr>
            <p:ph idx="5" type="subTitle"/>
          </p:nvPr>
        </p:nvSpPr>
        <p:spPr>
          <a:xfrm>
            <a:off x="1431972" y="3967881"/>
            <a:ext cx="2081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09" name="Google Shape;209;p38"/>
          <p:cNvSpPr txBox="1"/>
          <p:nvPr>
            <p:ph idx="6" type="title"/>
          </p:nvPr>
        </p:nvSpPr>
        <p:spPr>
          <a:xfrm>
            <a:off x="3715885" y="3604284"/>
            <a:ext cx="20811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10" name="Google Shape;210;p38"/>
          <p:cNvSpPr txBox="1"/>
          <p:nvPr>
            <p:ph idx="7" type="subTitle"/>
          </p:nvPr>
        </p:nvSpPr>
        <p:spPr>
          <a:xfrm>
            <a:off x="3715882" y="3967881"/>
            <a:ext cx="2081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8" type="title"/>
          </p:nvPr>
        </p:nvSpPr>
        <p:spPr>
          <a:xfrm>
            <a:off x="5999800" y="3604284"/>
            <a:ext cx="20811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9" type="subTitle"/>
          </p:nvPr>
        </p:nvSpPr>
        <p:spPr>
          <a:xfrm>
            <a:off x="5999798" y="3967881"/>
            <a:ext cx="2081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13" name="Google Shape;213;p38"/>
          <p:cNvSpPr txBox="1"/>
          <p:nvPr>
            <p:ph idx="13" type="ctrTitle"/>
          </p:nvPr>
        </p:nvSpPr>
        <p:spPr>
          <a:xfrm>
            <a:off x="723600" y="470625"/>
            <a:ext cx="17070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6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type="ctrTitle"/>
          </p:nvPr>
        </p:nvSpPr>
        <p:spPr>
          <a:xfrm>
            <a:off x="723600" y="470625"/>
            <a:ext cx="17070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6" name="Google Shape;216;p39"/>
          <p:cNvSpPr txBox="1"/>
          <p:nvPr>
            <p:ph idx="2" type="ctrTitle"/>
          </p:nvPr>
        </p:nvSpPr>
        <p:spPr>
          <a:xfrm>
            <a:off x="2207792" y="1961143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7" name="Google Shape;217;p39"/>
          <p:cNvSpPr txBox="1"/>
          <p:nvPr>
            <p:ph idx="1" type="subTitle"/>
          </p:nvPr>
        </p:nvSpPr>
        <p:spPr>
          <a:xfrm>
            <a:off x="2208007" y="2376293"/>
            <a:ext cx="1826400" cy="480900"/>
          </a:xfrm>
          <a:prstGeom prst="rect">
            <a:avLst/>
          </a:prstGeom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8" name="Google Shape;218;p39"/>
          <p:cNvSpPr txBox="1"/>
          <p:nvPr>
            <p:ph idx="3" type="ctrTitle"/>
          </p:nvPr>
        </p:nvSpPr>
        <p:spPr>
          <a:xfrm>
            <a:off x="4402900" y="1961143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39"/>
          <p:cNvSpPr txBox="1"/>
          <p:nvPr>
            <p:ph idx="4" type="subTitle"/>
          </p:nvPr>
        </p:nvSpPr>
        <p:spPr>
          <a:xfrm>
            <a:off x="4402850" y="2374293"/>
            <a:ext cx="1826400" cy="480900"/>
          </a:xfrm>
          <a:prstGeom prst="rect">
            <a:avLst/>
          </a:prstGeom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0" name="Google Shape;220;p39"/>
          <p:cNvSpPr txBox="1"/>
          <p:nvPr>
            <p:ph idx="5" type="ctrTitle"/>
          </p:nvPr>
        </p:nvSpPr>
        <p:spPr>
          <a:xfrm>
            <a:off x="6604375" y="1961143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1" name="Google Shape;221;p39"/>
          <p:cNvSpPr txBox="1"/>
          <p:nvPr>
            <p:ph idx="6" type="subTitle"/>
          </p:nvPr>
        </p:nvSpPr>
        <p:spPr>
          <a:xfrm>
            <a:off x="6604225" y="2374293"/>
            <a:ext cx="1826400" cy="480900"/>
          </a:xfrm>
          <a:prstGeom prst="rect">
            <a:avLst/>
          </a:prstGeom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2" name="Google Shape;222;p39"/>
          <p:cNvSpPr txBox="1"/>
          <p:nvPr>
            <p:ph idx="7" type="ctrTitle"/>
          </p:nvPr>
        </p:nvSpPr>
        <p:spPr>
          <a:xfrm>
            <a:off x="713225" y="3703375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3" name="Google Shape;223;p39"/>
          <p:cNvSpPr txBox="1"/>
          <p:nvPr>
            <p:ph idx="8" type="subTitle"/>
          </p:nvPr>
        </p:nvSpPr>
        <p:spPr>
          <a:xfrm>
            <a:off x="713441" y="4118525"/>
            <a:ext cx="1826400" cy="48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4" name="Google Shape;224;p39"/>
          <p:cNvSpPr txBox="1"/>
          <p:nvPr>
            <p:ph idx="9" type="ctrTitle"/>
          </p:nvPr>
        </p:nvSpPr>
        <p:spPr>
          <a:xfrm>
            <a:off x="2908347" y="3703375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39"/>
          <p:cNvSpPr txBox="1"/>
          <p:nvPr>
            <p:ph idx="13" type="subTitle"/>
          </p:nvPr>
        </p:nvSpPr>
        <p:spPr>
          <a:xfrm>
            <a:off x="2908322" y="4116525"/>
            <a:ext cx="1826400" cy="48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6" name="Google Shape;226;p39"/>
          <p:cNvSpPr txBox="1"/>
          <p:nvPr>
            <p:ph idx="14" type="ctrTitle"/>
          </p:nvPr>
        </p:nvSpPr>
        <p:spPr>
          <a:xfrm>
            <a:off x="5109872" y="3689200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7" name="Google Shape;227;p39"/>
          <p:cNvSpPr txBox="1"/>
          <p:nvPr>
            <p:ph idx="15" type="subTitle"/>
          </p:nvPr>
        </p:nvSpPr>
        <p:spPr>
          <a:xfrm>
            <a:off x="5109722" y="4118525"/>
            <a:ext cx="1826400" cy="48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bg>
      <p:bgPr>
        <a:solidFill>
          <a:schemeClr val="dk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type="ctrTitle"/>
          </p:nvPr>
        </p:nvSpPr>
        <p:spPr>
          <a:xfrm>
            <a:off x="723600" y="470625"/>
            <a:ext cx="1704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9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1"/>
          <p:cNvSpPr/>
          <p:nvPr/>
        </p:nvSpPr>
        <p:spPr>
          <a:xfrm>
            <a:off x="0" y="0"/>
            <a:ext cx="7691511" cy="5182651"/>
          </a:xfrm>
          <a:custGeom>
            <a:rect b="b" l="l" r="r" t="t"/>
            <a:pathLst>
              <a:path extrusionOk="0" h="192217" w="285267">
                <a:moveTo>
                  <a:pt x="235625" y="0"/>
                </a:moveTo>
                <a:lnTo>
                  <a:pt x="235625" y="85"/>
                </a:lnTo>
                <a:lnTo>
                  <a:pt x="0" y="85"/>
                </a:lnTo>
                <a:lnTo>
                  <a:pt x="0" y="192217"/>
                </a:lnTo>
                <a:lnTo>
                  <a:pt x="86815" y="192217"/>
                </a:lnTo>
                <a:lnTo>
                  <a:pt x="86915" y="192131"/>
                </a:lnTo>
                <a:lnTo>
                  <a:pt x="136542" y="192131"/>
                </a:lnTo>
                <a:lnTo>
                  <a:pt x="136542" y="164678"/>
                </a:lnTo>
                <a:lnTo>
                  <a:pt x="161320" y="164678"/>
                </a:lnTo>
                <a:lnTo>
                  <a:pt x="161320" y="137239"/>
                </a:lnTo>
                <a:lnTo>
                  <a:pt x="186112" y="137239"/>
                </a:lnTo>
                <a:lnTo>
                  <a:pt x="186112" y="109785"/>
                </a:lnTo>
                <a:lnTo>
                  <a:pt x="210904" y="109785"/>
                </a:lnTo>
                <a:lnTo>
                  <a:pt x="210904" y="82346"/>
                </a:lnTo>
                <a:lnTo>
                  <a:pt x="235682" y="82346"/>
                </a:lnTo>
                <a:lnTo>
                  <a:pt x="235682" y="54893"/>
                </a:lnTo>
                <a:lnTo>
                  <a:pt x="260474" y="54893"/>
                </a:lnTo>
                <a:lnTo>
                  <a:pt x="260474" y="27453"/>
                </a:lnTo>
                <a:lnTo>
                  <a:pt x="285266" y="27453"/>
                </a:lnTo>
                <a:lnTo>
                  <a:pt x="28526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1"/>
          <p:cNvSpPr txBox="1"/>
          <p:nvPr>
            <p:ph type="ctrTitle"/>
          </p:nvPr>
        </p:nvSpPr>
        <p:spPr>
          <a:xfrm>
            <a:off x="723600" y="470625"/>
            <a:ext cx="17379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3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/>
          <p:nvPr>
            <p:ph type="ctrTitle"/>
          </p:nvPr>
        </p:nvSpPr>
        <p:spPr>
          <a:xfrm>
            <a:off x="723600" y="470625"/>
            <a:ext cx="16485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1676549" y="2123400"/>
            <a:ext cx="2847000" cy="8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" name="Google Shape;237;p43"/>
          <p:cNvSpPr txBox="1"/>
          <p:nvPr>
            <p:ph idx="1" type="subTitle"/>
          </p:nvPr>
        </p:nvSpPr>
        <p:spPr>
          <a:xfrm flipH="1">
            <a:off x="5020872" y="1986750"/>
            <a:ext cx="2631000" cy="11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8" name="Google Shape;238;p43"/>
          <p:cNvSpPr txBox="1"/>
          <p:nvPr/>
        </p:nvSpPr>
        <p:spPr>
          <a:xfrm flipH="1">
            <a:off x="5020775" y="3782100"/>
            <a:ext cx="2813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5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/>
          <p:nvPr/>
        </p:nvSpPr>
        <p:spPr>
          <a:xfrm flipH="1">
            <a:off x="5204100" y="539500"/>
            <a:ext cx="3939900" cy="53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1" name="Google Shape;241;p44"/>
          <p:cNvSpPr/>
          <p:nvPr/>
        </p:nvSpPr>
        <p:spPr>
          <a:xfrm flipH="1" rot="5400000">
            <a:off x="105125" y="4670975"/>
            <a:ext cx="679500" cy="53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6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/>
          <p:nvPr/>
        </p:nvSpPr>
        <p:spPr>
          <a:xfrm>
            <a:off x="5344850" y="0"/>
            <a:ext cx="3798900" cy="223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5"/>
          <p:cNvSpPr/>
          <p:nvPr/>
        </p:nvSpPr>
        <p:spPr>
          <a:xfrm>
            <a:off x="-2066275" y="4599425"/>
            <a:ext cx="2779500" cy="163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erif Display"/>
              <a:buNone/>
              <a:defRPr sz="28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Light"/>
              <a:buChar char="●"/>
              <a:defRPr sz="1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○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■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○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■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●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○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■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2897">
          <p15:clr>
            <a:srgbClr val="EA4335"/>
          </p15:clr>
        </p15:guide>
        <p15:guide id="4" orient="horz" pos="34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4.xml"/><Relationship Id="rId4" Type="http://schemas.openxmlformats.org/officeDocument/2006/relationships/slide" Target="/ppt/slides/slide8.xml"/><Relationship Id="rId5" Type="http://schemas.openxmlformats.org/officeDocument/2006/relationships/slide" Target="/ppt/slides/slide12.xml"/><Relationship Id="rId6" Type="http://schemas.openxmlformats.org/officeDocument/2006/relationships/slide" Target="/ppt/slides/slide15.xml"/><Relationship Id="rId7" Type="http://schemas.openxmlformats.org/officeDocument/2006/relationships/slide" Target="/ppt/slides/slide20.xml"/><Relationship Id="rId8" Type="http://schemas.openxmlformats.org/officeDocument/2006/relationships/slide" Target="/ppt/slides/slide2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/>
          <p:nvPr>
            <p:ph type="ctrTitle"/>
          </p:nvPr>
        </p:nvSpPr>
        <p:spPr>
          <a:xfrm>
            <a:off x="2077050" y="1629775"/>
            <a:ext cx="4989900" cy="212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Times New Roman"/>
                <a:ea typeface="Times New Roman"/>
                <a:cs typeface="Times New Roman"/>
                <a:sym typeface="Times New Roman"/>
              </a:rPr>
              <a:t>WSP Global (TSX: WSP)  Stock Pitch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Times New Roman"/>
                <a:ea typeface="Times New Roman"/>
                <a:cs typeface="Times New Roman"/>
                <a:sym typeface="Times New Roman"/>
              </a:rPr>
              <a:t>CFAC Portfolio Management</a:t>
            </a: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46"/>
          <p:cNvSpPr txBox="1"/>
          <p:nvPr>
            <p:ph idx="1" type="subTitle"/>
          </p:nvPr>
        </p:nvSpPr>
        <p:spPr>
          <a:xfrm>
            <a:off x="1861050" y="3949325"/>
            <a:ext cx="54219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Presented By: Student Investment Team - University of Calgary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46"/>
          <p:cNvSpPr/>
          <p:nvPr/>
        </p:nvSpPr>
        <p:spPr>
          <a:xfrm rot="10800000">
            <a:off x="7782000" y="367900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2" name="Google Shape;252;p46"/>
          <p:cNvSpPr/>
          <p:nvPr/>
        </p:nvSpPr>
        <p:spPr>
          <a:xfrm>
            <a:off x="381075" y="3949313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7"/>
          <p:cNvSpPr/>
          <p:nvPr/>
        </p:nvSpPr>
        <p:spPr>
          <a:xfrm>
            <a:off x="1578888" y="1536078"/>
            <a:ext cx="7618500" cy="486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58" name="Google Shape;258;p47"/>
          <p:cNvSpPr/>
          <p:nvPr/>
        </p:nvSpPr>
        <p:spPr>
          <a:xfrm>
            <a:off x="-99062" y="3110610"/>
            <a:ext cx="7618500" cy="486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59" name="Google Shape;259;p47"/>
          <p:cNvSpPr txBox="1"/>
          <p:nvPr>
            <p:ph idx="2" type="ctrTitle"/>
          </p:nvPr>
        </p:nvSpPr>
        <p:spPr>
          <a:xfrm>
            <a:off x="2869492" y="2202425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Overview</a:t>
            </a:r>
            <a:endParaRPr/>
          </a:p>
        </p:txBody>
      </p:sp>
      <p:sp>
        <p:nvSpPr>
          <p:cNvPr id="260" name="Google Shape;260;p47">
            <a:hlinkClick action="ppaction://hlinksldjump" r:id="rId3"/>
          </p:cNvPr>
          <p:cNvSpPr txBox="1"/>
          <p:nvPr>
            <p:ph idx="3" type="title"/>
          </p:nvPr>
        </p:nvSpPr>
        <p:spPr>
          <a:xfrm>
            <a:off x="2285884" y="1624335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61" name="Google Shape;261;p47"/>
          <p:cNvSpPr txBox="1"/>
          <p:nvPr>
            <p:ph idx="4" type="ctrTitle"/>
          </p:nvPr>
        </p:nvSpPr>
        <p:spPr>
          <a:xfrm>
            <a:off x="3965800" y="2199025"/>
            <a:ext cx="2251800" cy="4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 Overview</a:t>
            </a:r>
            <a:endParaRPr/>
          </a:p>
        </p:txBody>
      </p:sp>
      <p:sp>
        <p:nvSpPr>
          <p:cNvPr id="262" name="Google Shape;262;p47">
            <a:hlinkClick action="ppaction://hlinksldjump" r:id="rId4"/>
          </p:cNvPr>
          <p:cNvSpPr txBox="1"/>
          <p:nvPr>
            <p:ph idx="6" type="title"/>
          </p:nvPr>
        </p:nvSpPr>
        <p:spPr>
          <a:xfrm>
            <a:off x="4483545" y="162093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63" name="Google Shape;263;p47"/>
          <p:cNvSpPr txBox="1"/>
          <p:nvPr>
            <p:ph idx="7" type="ctrTitle"/>
          </p:nvPr>
        </p:nvSpPr>
        <p:spPr>
          <a:xfrm>
            <a:off x="6985975" y="2292263"/>
            <a:ext cx="1444800" cy="39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Investment Thesis</a:t>
            </a:r>
            <a:endParaRPr/>
          </a:p>
        </p:txBody>
      </p:sp>
      <p:sp>
        <p:nvSpPr>
          <p:cNvPr id="264" name="Google Shape;264;p47">
            <a:hlinkClick action="ppaction://hlinksldjump" r:id="rId5"/>
          </p:cNvPr>
          <p:cNvSpPr txBox="1"/>
          <p:nvPr>
            <p:ph idx="9" type="title"/>
          </p:nvPr>
        </p:nvSpPr>
        <p:spPr>
          <a:xfrm>
            <a:off x="6665206" y="162094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65" name="Google Shape;265;p47"/>
          <p:cNvSpPr txBox="1"/>
          <p:nvPr>
            <p:ph idx="13" type="ctrTitle"/>
          </p:nvPr>
        </p:nvSpPr>
        <p:spPr>
          <a:xfrm>
            <a:off x="725626" y="3784901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Valuation Summary</a:t>
            </a:r>
            <a:endParaRPr/>
          </a:p>
        </p:txBody>
      </p:sp>
      <p:sp>
        <p:nvSpPr>
          <p:cNvPr id="266" name="Google Shape;266;p47">
            <a:hlinkClick action="ppaction://hlinksldjump" r:id="rId6"/>
          </p:cNvPr>
          <p:cNvSpPr txBox="1"/>
          <p:nvPr>
            <p:ph idx="15" type="title"/>
          </p:nvPr>
        </p:nvSpPr>
        <p:spPr>
          <a:xfrm>
            <a:off x="725637" y="3219993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67" name="Google Shape;267;p47">
            <a:hlinkClick action="ppaction://hlinksldjump" r:id="rId7"/>
          </p:cNvPr>
          <p:cNvSpPr txBox="1"/>
          <p:nvPr>
            <p:ph idx="18" type="title"/>
          </p:nvPr>
        </p:nvSpPr>
        <p:spPr>
          <a:xfrm>
            <a:off x="2870612" y="321659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68" name="Google Shape;268;p47"/>
          <p:cNvSpPr txBox="1"/>
          <p:nvPr>
            <p:ph idx="19" type="ctrTitle"/>
          </p:nvPr>
        </p:nvSpPr>
        <p:spPr>
          <a:xfrm>
            <a:off x="2706000" y="3874750"/>
            <a:ext cx="1497000" cy="39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</a:t>
            </a:r>
            <a:endParaRPr/>
          </a:p>
        </p:txBody>
      </p:sp>
      <p:sp>
        <p:nvSpPr>
          <p:cNvPr id="269" name="Google Shape;269;p47">
            <a:hlinkClick action="ppaction://hlinksldjump" r:id="rId8"/>
          </p:cNvPr>
          <p:cNvSpPr txBox="1"/>
          <p:nvPr>
            <p:ph idx="21" type="title"/>
          </p:nvPr>
        </p:nvSpPr>
        <p:spPr>
          <a:xfrm>
            <a:off x="5015587" y="3216604"/>
            <a:ext cx="1753800" cy="577800"/>
          </a:xfrm>
          <a:prstGeom prst="rect">
            <a:avLst/>
          </a:prstGeom>
        </p:spPr>
        <p:txBody>
          <a:bodyPr anchorCtr="0" anchor="ctr" bIns="91425" lIns="11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70" name="Google Shape;270;p47"/>
          <p:cNvSpPr txBox="1"/>
          <p:nvPr>
            <p:ph type="ctrTitle"/>
          </p:nvPr>
        </p:nvSpPr>
        <p:spPr>
          <a:xfrm>
            <a:off x="723600" y="470622"/>
            <a:ext cx="1753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71" name="Google Shape;271;p47"/>
          <p:cNvSpPr txBox="1"/>
          <p:nvPr>
            <p:ph idx="19" type="ctrTitle"/>
          </p:nvPr>
        </p:nvSpPr>
        <p:spPr>
          <a:xfrm>
            <a:off x="5067400" y="3874750"/>
            <a:ext cx="856800" cy="39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ctrTitle"/>
          </p:nvPr>
        </p:nvSpPr>
        <p:spPr>
          <a:xfrm>
            <a:off x="723600" y="470625"/>
            <a:ext cx="1497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277" name="Google Shape;277;p48"/>
          <p:cNvSpPr txBox="1"/>
          <p:nvPr>
            <p:ph idx="2" type="ctrTitle"/>
          </p:nvPr>
        </p:nvSpPr>
        <p:spPr>
          <a:xfrm>
            <a:off x="2064850" y="3574425"/>
            <a:ext cx="1238400" cy="4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</a:rPr>
              <a:t>Bozhao Wang</a:t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278" name="Google Shape;278;p48"/>
          <p:cNvSpPr txBox="1"/>
          <p:nvPr>
            <p:ph idx="3" type="ctrTitle"/>
          </p:nvPr>
        </p:nvSpPr>
        <p:spPr>
          <a:xfrm>
            <a:off x="3767200" y="2613025"/>
            <a:ext cx="1581900" cy="4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Adelyn Keller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9" name="Google Shape;279;p48"/>
          <p:cNvSpPr txBox="1"/>
          <p:nvPr>
            <p:ph idx="4" type="ctrTitle"/>
          </p:nvPr>
        </p:nvSpPr>
        <p:spPr>
          <a:xfrm>
            <a:off x="6122200" y="3628425"/>
            <a:ext cx="1035300" cy="37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Zirui Chen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0" name="Google Shape;280;p48"/>
          <p:cNvSpPr txBox="1"/>
          <p:nvPr>
            <p:ph idx="1" type="subTitle"/>
          </p:nvPr>
        </p:nvSpPr>
        <p:spPr>
          <a:xfrm>
            <a:off x="5175400" y="4001925"/>
            <a:ext cx="2928900" cy="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Business Analyst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Organizational Behaviour &amp; Human Resources 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University of Calgary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1" name="Google Shape;281;p48"/>
          <p:cNvSpPr txBox="1"/>
          <p:nvPr>
            <p:ph idx="6" type="subTitle"/>
          </p:nvPr>
        </p:nvSpPr>
        <p:spPr>
          <a:xfrm>
            <a:off x="2064850" y="4001925"/>
            <a:ext cx="1376100" cy="6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Investment Analyst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Economics Graduate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University of Calgary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82" name="Google Shape;282;p48" title="unnam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9425" y="1346362"/>
            <a:ext cx="1649251" cy="211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8" title="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3300" y="1381600"/>
            <a:ext cx="2049449" cy="204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9"/>
          <p:cNvSpPr/>
          <p:nvPr/>
        </p:nvSpPr>
        <p:spPr>
          <a:xfrm>
            <a:off x="2522400" y="780150"/>
            <a:ext cx="4099200" cy="358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289" name="Google Shape;289;p49"/>
          <p:cNvSpPr txBox="1"/>
          <p:nvPr>
            <p:ph type="ctrTitle"/>
          </p:nvPr>
        </p:nvSpPr>
        <p:spPr>
          <a:xfrm flipH="1">
            <a:off x="4101575" y="2149455"/>
            <a:ext cx="2954400" cy="1921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Company overview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0" name="Google Shape;290;p49"/>
          <p:cNvSpPr txBox="1"/>
          <p:nvPr>
            <p:ph idx="2" type="title"/>
          </p:nvPr>
        </p:nvSpPr>
        <p:spPr>
          <a:xfrm flipH="1">
            <a:off x="787850" y="2419325"/>
            <a:ext cx="2954400" cy="16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0"/>
          <p:cNvSpPr/>
          <p:nvPr/>
        </p:nvSpPr>
        <p:spPr>
          <a:xfrm>
            <a:off x="3806063" y="3200775"/>
            <a:ext cx="5139000" cy="1882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 leading Canadian professional services firm in engineering, design, and consulting</a:t>
            </a:r>
            <a:endParaRPr sz="1100"/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Operates across key sectors: infrastructure, transportation, environment, and energy</a:t>
            </a:r>
            <a:endParaRPr sz="1100"/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Headquartered in Montreal, with a global </a:t>
            </a:r>
            <a:r>
              <a:rPr lang="en" sz="1100"/>
              <a:t>recognition</a:t>
            </a:r>
            <a:r>
              <a:rPr lang="en" sz="1100"/>
              <a:t> in 40+ countries, employs 67,000+ professionals worldwide.</a:t>
            </a:r>
            <a:endParaRPr sz="1100"/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Strong emphasis on ESG (Environmental, Social, Governance) leadership &amp; its asset-light business model. </a:t>
            </a:r>
            <a:endParaRPr sz="1200">
              <a:solidFill>
                <a:srgbClr val="21212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96" name="Google Shape;296;p50"/>
          <p:cNvSpPr txBox="1"/>
          <p:nvPr>
            <p:ph type="ctrTitle"/>
          </p:nvPr>
        </p:nvSpPr>
        <p:spPr>
          <a:xfrm>
            <a:off x="1092075" y="539500"/>
            <a:ext cx="2526600" cy="7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Our Company</a:t>
            </a:r>
            <a:endParaRPr sz="3000"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50"/>
          <p:cNvGrpSpPr/>
          <p:nvPr/>
        </p:nvGrpSpPr>
        <p:grpSpPr>
          <a:xfrm>
            <a:off x="4320373" y="888754"/>
            <a:ext cx="4110371" cy="2189745"/>
            <a:chOff x="233350" y="949250"/>
            <a:chExt cx="7137300" cy="3802300"/>
          </a:xfrm>
        </p:grpSpPr>
        <p:sp>
          <p:nvSpPr>
            <p:cNvPr id="298" name="Google Shape;298;p50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50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50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50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50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50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50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50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50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50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50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50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50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0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0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0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0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0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0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50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50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0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0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0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0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0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0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0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0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50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0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50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0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0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0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50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0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50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0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50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0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0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0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0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0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0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0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0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0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0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50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850" lIns="89850" spcFirstLastPara="1" rIns="89850" wrap="square" tIns="8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9" name="Google Shape;349;p50"/>
          <p:cNvSpPr/>
          <p:nvPr/>
        </p:nvSpPr>
        <p:spPr>
          <a:xfrm>
            <a:off x="2581350" y="2309700"/>
            <a:ext cx="66900" cy="6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0"/>
          <p:cNvSpPr/>
          <p:nvPr/>
        </p:nvSpPr>
        <p:spPr>
          <a:xfrm>
            <a:off x="1584250" y="3078525"/>
            <a:ext cx="66900" cy="6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0"/>
          <p:cNvSpPr/>
          <p:nvPr/>
        </p:nvSpPr>
        <p:spPr>
          <a:xfrm>
            <a:off x="1765225" y="3596075"/>
            <a:ext cx="66900" cy="6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2" name="Google Shape;352;p50" title="lin-wsp-news-logo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9050"/>
            <a:ext cx="3702825" cy="1934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3" name="Google Shape;353;p50"/>
          <p:cNvCxnSpPr>
            <a:stCxn id="352" idx="3"/>
          </p:cNvCxnSpPr>
          <p:nvPr/>
        </p:nvCxnSpPr>
        <p:spPr>
          <a:xfrm flipH="1" rot="10800000">
            <a:off x="3702825" y="1452225"/>
            <a:ext cx="1150200" cy="12942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354" name="Google Shape;354;p50"/>
          <p:cNvCxnSpPr>
            <a:stCxn id="352" idx="3"/>
          </p:cNvCxnSpPr>
          <p:nvPr/>
        </p:nvCxnSpPr>
        <p:spPr>
          <a:xfrm flipH="1" rot="10800000">
            <a:off x="3702825" y="1246425"/>
            <a:ext cx="3413400" cy="15000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355" name="Google Shape;355;p50"/>
          <p:cNvCxnSpPr>
            <a:stCxn id="352" idx="3"/>
          </p:cNvCxnSpPr>
          <p:nvPr/>
        </p:nvCxnSpPr>
        <p:spPr>
          <a:xfrm flipH="1" rot="10800000">
            <a:off x="3702825" y="1948425"/>
            <a:ext cx="2699400" cy="7980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356" name="Google Shape;356;p50"/>
          <p:cNvCxnSpPr>
            <a:stCxn id="352" idx="3"/>
          </p:cNvCxnSpPr>
          <p:nvPr/>
        </p:nvCxnSpPr>
        <p:spPr>
          <a:xfrm flipH="1" rot="10800000">
            <a:off x="3702825" y="2577825"/>
            <a:ext cx="4212000" cy="1686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round/>
            <a:headEnd len="med" w="med" type="none"/>
            <a:tailEnd len="med" w="med" type="diamon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1"/>
          <p:cNvSpPr/>
          <p:nvPr/>
        </p:nvSpPr>
        <p:spPr>
          <a:xfrm flipH="1" rot="10800000">
            <a:off x="-62400" y="1405913"/>
            <a:ext cx="9206400" cy="15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1"/>
          <p:cNvSpPr txBox="1"/>
          <p:nvPr>
            <p:ph type="ctrTitle"/>
          </p:nvPr>
        </p:nvSpPr>
        <p:spPr>
          <a:xfrm>
            <a:off x="713225" y="539500"/>
            <a:ext cx="70611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Corporate Structure &amp; Business Model</a:t>
            </a:r>
            <a:endParaRPr sz="2800"/>
          </a:p>
        </p:txBody>
      </p:sp>
      <p:sp>
        <p:nvSpPr>
          <p:cNvPr id="363" name="Google Shape;363;p51"/>
          <p:cNvSpPr txBox="1"/>
          <p:nvPr>
            <p:ph idx="2" type="ctrTitle"/>
          </p:nvPr>
        </p:nvSpPr>
        <p:spPr>
          <a:xfrm>
            <a:off x="2208001" y="2049900"/>
            <a:ext cx="20268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Transportation &amp; Infrastructure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4" name="Google Shape;364;p51"/>
          <p:cNvSpPr txBox="1"/>
          <p:nvPr>
            <p:ph idx="1" type="subTitle"/>
          </p:nvPr>
        </p:nvSpPr>
        <p:spPr>
          <a:xfrm>
            <a:off x="2207999" y="2376300"/>
            <a:ext cx="2112000" cy="48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Includes highways, rail, transit, airports, bridges, ports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5" name="Google Shape;365;p51"/>
          <p:cNvSpPr txBox="1"/>
          <p:nvPr>
            <p:ph idx="3" type="ctrTitle"/>
          </p:nvPr>
        </p:nvSpPr>
        <p:spPr>
          <a:xfrm>
            <a:off x="4777825" y="1997468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Earth &amp; Environment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6" name="Google Shape;366;p51"/>
          <p:cNvSpPr txBox="1"/>
          <p:nvPr>
            <p:ph idx="4" type="subTitle"/>
          </p:nvPr>
        </p:nvSpPr>
        <p:spPr>
          <a:xfrm>
            <a:off x="4320000" y="2364588"/>
            <a:ext cx="2394000" cy="48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Covers environmental assessments, remediation, ESG advisory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7" name="Google Shape;367;p51"/>
          <p:cNvSpPr txBox="1"/>
          <p:nvPr>
            <p:ph idx="5" type="ctrTitle"/>
          </p:nvPr>
        </p:nvSpPr>
        <p:spPr>
          <a:xfrm>
            <a:off x="6936275" y="1997443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Property &amp; Buildings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8" name="Google Shape;368;p51"/>
          <p:cNvSpPr txBox="1"/>
          <p:nvPr>
            <p:ph idx="6" type="subTitle"/>
          </p:nvPr>
        </p:nvSpPr>
        <p:spPr>
          <a:xfrm>
            <a:off x="6604225" y="2374300"/>
            <a:ext cx="2495700" cy="48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Covers commercial, healthcare, educational, and institutional projects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9" name="Google Shape;369;p51"/>
          <p:cNvSpPr txBox="1"/>
          <p:nvPr>
            <p:ph idx="7" type="ctrTitle"/>
          </p:nvPr>
        </p:nvSpPr>
        <p:spPr>
          <a:xfrm>
            <a:off x="713225" y="3703375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</a:t>
            </a:r>
            <a:endParaRPr/>
          </a:p>
        </p:txBody>
      </p:sp>
      <p:sp>
        <p:nvSpPr>
          <p:cNvPr id="370" name="Google Shape;370;p51"/>
          <p:cNvSpPr txBox="1"/>
          <p:nvPr>
            <p:ph idx="8" type="subTitle"/>
          </p:nvPr>
        </p:nvSpPr>
        <p:spPr>
          <a:xfrm>
            <a:off x="622950" y="3998400"/>
            <a:ext cx="1066800" cy="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121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$16.17B</a:t>
            </a:r>
            <a:endParaRPr sz="18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71" name="Google Shape;371;p51"/>
          <p:cNvSpPr txBox="1"/>
          <p:nvPr>
            <p:ph idx="9" type="ctrTitle"/>
          </p:nvPr>
        </p:nvSpPr>
        <p:spPr>
          <a:xfrm>
            <a:off x="2515649" y="3703375"/>
            <a:ext cx="14115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Adjusted EBITDA</a:t>
            </a:r>
            <a:endParaRPr/>
          </a:p>
        </p:txBody>
      </p:sp>
      <p:sp>
        <p:nvSpPr>
          <p:cNvPr id="372" name="Google Shape;372;p51"/>
          <p:cNvSpPr txBox="1"/>
          <p:nvPr>
            <p:ph idx="13" type="subTitle"/>
          </p:nvPr>
        </p:nvSpPr>
        <p:spPr>
          <a:xfrm>
            <a:off x="2698375" y="4003750"/>
            <a:ext cx="924600" cy="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121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$2.19B</a:t>
            </a:r>
            <a:endParaRPr sz="18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73" name="Google Shape;373;p51"/>
          <p:cNvSpPr txBox="1"/>
          <p:nvPr>
            <p:ph idx="14" type="ctrTitle"/>
          </p:nvPr>
        </p:nvSpPr>
        <p:spPr>
          <a:xfrm>
            <a:off x="5092011" y="3703375"/>
            <a:ext cx="8142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Backlog</a:t>
            </a:r>
            <a:endParaRPr/>
          </a:p>
        </p:txBody>
      </p:sp>
      <p:sp>
        <p:nvSpPr>
          <p:cNvPr id="374" name="Google Shape;374;p51"/>
          <p:cNvSpPr txBox="1"/>
          <p:nvPr>
            <p:ph idx="15" type="subTitle"/>
          </p:nvPr>
        </p:nvSpPr>
        <p:spPr>
          <a:xfrm>
            <a:off x="4965688" y="4003750"/>
            <a:ext cx="1066800" cy="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121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$15.60B</a:t>
            </a:r>
            <a:endParaRPr sz="1800">
              <a:solidFill>
                <a:srgbClr val="21212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pSp>
        <p:nvGrpSpPr>
          <p:cNvPr id="375" name="Google Shape;375;p51"/>
          <p:cNvGrpSpPr/>
          <p:nvPr/>
        </p:nvGrpSpPr>
        <p:grpSpPr>
          <a:xfrm>
            <a:off x="3518466" y="1522107"/>
            <a:ext cx="439914" cy="438959"/>
            <a:chOff x="3541011" y="1508594"/>
            <a:chExt cx="350166" cy="349434"/>
          </a:xfrm>
        </p:grpSpPr>
        <p:sp>
          <p:nvSpPr>
            <p:cNvPr id="376" name="Google Shape;376;p51"/>
            <p:cNvSpPr/>
            <p:nvPr/>
          </p:nvSpPr>
          <p:spPr>
            <a:xfrm>
              <a:off x="3600879" y="1568270"/>
              <a:ext cx="230049" cy="289758"/>
            </a:xfrm>
            <a:custGeom>
              <a:rect b="b" l="l" r="r" t="t"/>
              <a:pathLst>
                <a:path extrusionOk="0" h="9104" w="7228">
                  <a:moveTo>
                    <a:pt x="3810" y="3781"/>
                  </a:moveTo>
                  <a:cubicBezTo>
                    <a:pt x="4001" y="3781"/>
                    <a:pt x="4156" y="3936"/>
                    <a:pt x="4156" y="4138"/>
                  </a:cubicBezTo>
                  <a:lnTo>
                    <a:pt x="4156" y="4472"/>
                  </a:lnTo>
                  <a:cubicBezTo>
                    <a:pt x="4144" y="4757"/>
                    <a:pt x="3906" y="4995"/>
                    <a:pt x="3632" y="4995"/>
                  </a:cubicBezTo>
                  <a:cubicBezTo>
                    <a:pt x="3334" y="4995"/>
                    <a:pt x="3108" y="4757"/>
                    <a:pt x="3108" y="4472"/>
                  </a:cubicBezTo>
                  <a:lnTo>
                    <a:pt x="3108" y="4138"/>
                  </a:lnTo>
                  <a:cubicBezTo>
                    <a:pt x="3108" y="3936"/>
                    <a:pt x="3275" y="3781"/>
                    <a:pt x="3465" y="3781"/>
                  </a:cubicBezTo>
                  <a:close/>
                  <a:moveTo>
                    <a:pt x="3787" y="5329"/>
                  </a:moveTo>
                  <a:lnTo>
                    <a:pt x="3787" y="5400"/>
                  </a:lnTo>
                  <a:cubicBezTo>
                    <a:pt x="3810" y="5460"/>
                    <a:pt x="3822" y="5519"/>
                    <a:pt x="3846" y="5567"/>
                  </a:cubicBezTo>
                  <a:lnTo>
                    <a:pt x="3632" y="5781"/>
                  </a:lnTo>
                  <a:lnTo>
                    <a:pt x="3596" y="5781"/>
                  </a:lnTo>
                  <a:lnTo>
                    <a:pt x="3370" y="5567"/>
                  </a:lnTo>
                  <a:cubicBezTo>
                    <a:pt x="3406" y="5519"/>
                    <a:pt x="3417" y="5460"/>
                    <a:pt x="3417" y="5400"/>
                  </a:cubicBezTo>
                  <a:lnTo>
                    <a:pt x="3417" y="5329"/>
                  </a:lnTo>
                  <a:close/>
                  <a:moveTo>
                    <a:pt x="3617" y="361"/>
                  </a:moveTo>
                  <a:cubicBezTo>
                    <a:pt x="4471" y="361"/>
                    <a:pt x="5286" y="670"/>
                    <a:pt x="5918" y="1257"/>
                  </a:cubicBezTo>
                  <a:cubicBezTo>
                    <a:pt x="6573" y="1888"/>
                    <a:pt x="6942" y="2733"/>
                    <a:pt x="6942" y="3638"/>
                  </a:cubicBezTo>
                  <a:cubicBezTo>
                    <a:pt x="6906" y="4281"/>
                    <a:pt x="6692" y="4936"/>
                    <a:pt x="6323" y="5484"/>
                  </a:cubicBezTo>
                  <a:cubicBezTo>
                    <a:pt x="5953" y="6019"/>
                    <a:pt x="5430" y="6436"/>
                    <a:pt x="4822" y="6674"/>
                  </a:cubicBezTo>
                  <a:cubicBezTo>
                    <a:pt x="4620" y="6758"/>
                    <a:pt x="4501" y="6948"/>
                    <a:pt x="4501" y="7139"/>
                  </a:cubicBezTo>
                  <a:lnTo>
                    <a:pt x="4501" y="7591"/>
                  </a:lnTo>
                  <a:cubicBezTo>
                    <a:pt x="4501" y="7662"/>
                    <a:pt x="4489" y="7722"/>
                    <a:pt x="4441" y="7781"/>
                  </a:cubicBezTo>
                  <a:lnTo>
                    <a:pt x="4287" y="8032"/>
                  </a:lnTo>
                  <a:cubicBezTo>
                    <a:pt x="4263" y="8043"/>
                    <a:pt x="4251" y="8079"/>
                    <a:pt x="4251" y="8091"/>
                  </a:cubicBezTo>
                  <a:lnTo>
                    <a:pt x="3025" y="8091"/>
                  </a:lnTo>
                  <a:cubicBezTo>
                    <a:pt x="3013" y="8079"/>
                    <a:pt x="3013" y="8043"/>
                    <a:pt x="3001" y="8032"/>
                  </a:cubicBezTo>
                  <a:lnTo>
                    <a:pt x="2834" y="7781"/>
                  </a:lnTo>
                  <a:cubicBezTo>
                    <a:pt x="2786" y="7722"/>
                    <a:pt x="2775" y="7651"/>
                    <a:pt x="2775" y="7591"/>
                  </a:cubicBezTo>
                  <a:lnTo>
                    <a:pt x="2775" y="6067"/>
                  </a:lnTo>
                  <a:cubicBezTo>
                    <a:pt x="2775" y="5996"/>
                    <a:pt x="2822" y="5936"/>
                    <a:pt x="2882" y="5900"/>
                  </a:cubicBezTo>
                  <a:lnTo>
                    <a:pt x="3167" y="5769"/>
                  </a:lnTo>
                  <a:lnTo>
                    <a:pt x="3417" y="6019"/>
                  </a:lnTo>
                  <a:cubicBezTo>
                    <a:pt x="3477" y="6079"/>
                    <a:pt x="3560" y="6127"/>
                    <a:pt x="3656" y="6127"/>
                  </a:cubicBezTo>
                  <a:cubicBezTo>
                    <a:pt x="3751" y="6127"/>
                    <a:pt x="3834" y="6103"/>
                    <a:pt x="3894" y="6019"/>
                  </a:cubicBezTo>
                  <a:lnTo>
                    <a:pt x="4144" y="5769"/>
                  </a:lnTo>
                  <a:lnTo>
                    <a:pt x="4429" y="5900"/>
                  </a:lnTo>
                  <a:cubicBezTo>
                    <a:pt x="4489" y="5936"/>
                    <a:pt x="4537" y="5996"/>
                    <a:pt x="4537" y="6067"/>
                  </a:cubicBezTo>
                  <a:lnTo>
                    <a:pt x="4537" y="6198"/>
                  </a:lnTo>
                  <a:cubicBezTo>
                    <a:pt x="4537" y="6293"/>
                    <a:pt x="4608" y="6365"/>
                    <a:pt x="4703" y="6365"/>
                  </a:cubicBezTo>
                  <a:cubicBezTo>
                    <a:pt x="4787" y="6365"/>
                    <a:pt x="4858" y="6293"/>
                    <a:pt x="4858" y="6198"/>
                  </a:cubicBezTo>
                  <a:lnTo>
                    <a:pt x="4858" y="6067"/>
                  </a:lnTo>
                  <a:cubicBezTo>
                    <a:pt x="4858" y="5877"/>
                    <a:pt x="4763" y="5698"/>
                    <a:pt x="4584" y="5626"/>
                  </a:cubicBezTo>
                  <a:lnTo>
                    <a:pt x="4179" y="5412"/>
                  </a:lnTo>
                  <a:lnTo>
                    <a:pt x="4179" y="5400"/>
                  </a:lnTo>
                  <a:lnTo>
                    <a:pt x="4179" y="5162"/>
                  </a:lnTo>
                  <a:cubicBezTo>
                    <a:pt x="4382" y="5007"/>
                    <a:pt x="4525" y="4757"/>
                    <a:pt x="4525" y="4472"/>
                  </a:cubicBezTo>
                  <a:lnTo>
                    <a:pt x="4525" y="4138"/>
                  </a:lnTo>
                  <a:cubicBezTo>
                    <a:pt x="4525" y="3757"/>
                    <a:pt x="4227" y="3448"/>
                    <a:pt x="3834" y="3448"/>
                  </a:cubicBezTo>
                  <a:lnTo>
                    <a:pt x="3489" y="3448"/>
                  </a:lnTo>
                  <a:cubicBezTo>
                    <a:pt x="3120" y="3448"/>
                    <a:pt x="2810" y="3745"/>
                    <a:pt x="2810" y="4138"/>
                  </a:cubicBezTo>
                  <a:lnTo>
                    <a:pt x="2810" y="4472"/>
                  </a:lnTo>
                  <a:cubicBezTo>
                    <a:pt x="2810" y="4757"/>
                    <a:pt x="2941" y="4995"/>
                    <a:pt x="3156" y="5162"/>
                  </a:cubicBezTo>
                  <a:lnTo>
                    <a:pt x="3156" y="5400"/>
                  </a:lnTo>
                  <a:lnTo>
                    <a:pt x="3156" y="5412"/>
                  </a:lnTo>
                  <a:lnTo>
                    <a:pt x="2751" y="5626"/>
                  </a:lnTo>
                  <a:cubicBezTo>
                    <a:pt x="2572" y="5710"/>
                    <a:pt x="2465" y="5877"/>
                    <a:pt x="2465" y="6067"/>
                  </a:cubicBezTo>
                  <a:lnTo>
                    <a:pt x="2465" y="6674"/>
                  </a:lnTo>
                  <a:cubicBezTo>
                    <a:pt x="1882" y="6460"/>
                    <a:pt x="1381" y="6055"/>
                    <a:pt x="1012" y="5567"/>
                  </a:cubicBezTo>
                  <a:cubicBezTo>
                    <a:pt x="572" y="4984"/>
                    <a:pt x="369" y="4281"/>
                    <a:pt x="381" y="3567"/>
                  </a:cubicBezTo>
                  <a:cubicBezTo>
                    <a:pt x="393" y="2745"/>
                    <a:pt x="727" y="1959"/>
                    <a:pt x="1310" y="1364"/>
                  </a:cubicBezTo>
                  <a:cubicBezTo>
                    <a:pt x="1882" y="769"/>
                    <a:pt x="2655" y="412"/>
                    <a:pt x="3477" y="364"/>
                  </a:cubicBezTo>
                  <a:cubicBezTo>
                    <a:pt x="3524" y="362"/>
                    <a:pt x="3571" y="361"/>
                    <a:pt x="3617" y="361"/>
                  </a:cubicBezTo>
                  <a:close/>
                  <a:moveTo>
                    <a:pt x="4144" y="8424"/>
                  </a:moveTo>
                  <a:lnTo>
                    <a:pt x="4144" y="8782"/>
                  </a:lnTo>
                  <a:lnTo>
                    <a:pt x="3108" y="8794"/>
                  </a:lnTo>
                  <a:cubicBezTo>
                    <a:pt x="3108" y="8794"/>
                    <a:pt x="3096" y="8794"/>
                    <a:pt x="3096" y="8782"/>
                  </a:cubicBezTo>
                  <a:lnTo>
                    <a:pt x="3096" y="8424"/>
                  </a:lnTo>
                  <a:close/>
                  <a:moveTo>
                    <a:pt x="3635" y="0"/>
                  </a:moveTo>
                  <a:cubicBezTo>
                    <a:pt x="3563" y="0"/>
                    <a:pt x="3490" y="2"/>
                    <a:pt x="3417" y="7"/>
                  </a:cubicBezTo>
                  <a:cubicBezTo>
                    <a:pt x="2513" y="54"/>
                    <a:pt x="1667" y="435"/>
                    <a:pt x="1024" y="1114"/>
                  </a:cubicBezTo>
                  <a:cubicBezTo>
                    <a:pt x="381" y="1769"/>
                    <a:pt x="24" y="2626"/>
                    <a:pt x="12" y="3531"/>
                  </a:cubicBezTo>
                  <a:cubicBezTo>
                    <a:pt x="0" y="4341"/>
                    <a:pt x="238" y="5103"/>
                    <a:pt x="691" y="5734"/>
                  </a:cubicBezTo>
                  <a:cubicBezTo>
                    <a:pt x="1131" y="6317"/>
                    <a:pt x="1739" y="6781"/>
                    <a:pt x="2405" y="7019"/>
                  </a:cubicBezTo>
                  <a:lnTo>
                    <a:pt x="2405" y="7603"/>
                  </a:lnTo>
                  <a:cubicBezTo>
                    <a:pt x="2405" y="7734"/>
                    <a:pt x="2453" y="7865"/>
                    <a:pt x="2524" y="7972"/>
                  </a:cubicBezTo>
                  <a:lnTo>
                    <a:pt x="2691" y="8222"/>
                  </a:lnTo>
                  <a:cubicBezTo>
                    <a:pt x="2739" y="8282"/>
                    <a:pt x="2751" y="8353"/>
                    <a:pt x="2751" y="8413"/>
                  </a:cubicBezTo>
                  <a:lnTo>
                    <a:pt x="2751" y="8770"/>
                  </a:lnTo>
                  <a:cubicBezTo>
                    <a:pt x="2751" y="8948"/>
                    <a:pt x="2894" y="9103"/>
                    <a:pt x="3072" y="9103"/>
                  </a:cubicBezTo>
                  <a:lnTo>
                    <a:pt x="4108" y="9103"/>
                  </a:lnTo>
                  <a:cubicBezTo>
                    <a:pt x="4287" y="9103"/>
                    <a:pt x="4429" y="8948"/>
                    <a:pt x="4429" y="8770"/>
                  </a:cubicBezTo>
                  <a:lnTo>
                    <a:pt x="4429" y="8413"/>
                  </a:lnTo>
                  <a:cubicBezTo>
                    <a:pt x="4429" y="8341"/>
                    <a:pt x="4441" y="8282"/>
                    <a:pt x="4489" y="8222"/>
                  </a:cubicBezTo>
                  <a:lnTo>
                    <a:pt x="4656" y="7972"/>
                  </a:lnTo>
                  <a:cubicBezTo>
                    <a:pt x="4727" y="7865"/>
                    <a:pt x="4775" y="7734"/>
                    <a:pt x="4775" y="7603"/>
                  </a:cubicBezTo>
                  <a:lnTo>
                    <a:pt x="4775" y="7150"/>
                  </a:lnTo>
                  <a:cubicBezTo>
                    <a:pt x="4775" y="7079"/>
                    <a:pt x="4822" y="7008"/>
                    <a:pt x="4894" y="6984"/>
                  </a:cubicBezTo>
                  <a:cubicBezTo>
                    <a:pt x="5561" y="6734"/>
                    <a:pt x="6132" y="6269"/>
                    <a:pt x="6549" y="5698"/>
                  </a:cubicBezTo>
                  <a:cubicBezTo>
                    <a:pt x="6966" y="5079"/>
                    <a:pt x="7180" y="4388"/>
                    <a:pt x="7180" y="3638"/>
                  </a:cubicBezTo>
                  <a:cubicBezTo>
                    <a:pt x="7227" y="2614"/>
                    <a:pt x="6823" y="1674"/>
                    <a:pt x="6096" y="995"/>
                  </a:cubicBezTo>
                  <a:cubicBezTo>
                    <a:pt x="5422" y="354"/>
                    <a:pt x="4564" y="0"/>
                    <a:pt x="3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1"/>
            <p:cNvSpPr/>
            <p:nvPr/>
          </p:nvSpPr>
          <p:spPr>
            <a:xfrm>
              <a:off x="3541011" y="1677980"/>
              <a:ext cx="48919" cy="10630"/>
            </a:xfrm>
            <a:custGeom>
              <a:rect b="b" l="l" r="r" t="t"/>
              <a:pathLst>
                <a:path extrusionOk="0" h="334" w="1537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369" y="334"/>
                  </a:lnTo>
                  <a:cubicBezTo>
                    <a:pt x="1465" y="334"/>
                    <a:pt x="1536" y="251"/>
                    <a:pt x="1536" y="167"/>
                  </a:cubicBezTo>
                  <a:cubicBezTo>
                    <a:pt x="1536" y="72"/>
                    <a:pt x="1465" y="1"/>
                    <a:pt x="1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1"/>
            <p:cNvSpPr/>
            <p:nvPr/>
          </p:nvSpPr>
          <p:spPr>
            <a:xfrm>
              <a:off x="3842259" y="1677980"/>
              <a:ext cx="48919" cy="10630"/>
            </a:xfrm>
            <a:custGeom>
              <a:rect b="b" l="l" r="r" t="t"/>
              <a:pathLst>
                <a:path extrusionOk="0" h="334" w="1537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1370" y="334"/>
                  </a:lnTo>
                  <a:cubicBezTo>
                    <a:pt x="1465" y="334"/>
                    <a:pt x="1537" y="251"/>
                    <a:pt x="1537" y="167"/>
                  </a:cubicBezTo>
                  <a:cubicBezTo>
                    <a:pt x="1537" y="72"/>
                    <a:pt x="1465" y="1"/>
                    <a:pt x="1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1"/>
            <p:cNvSpPr/>
            <p:nvPr/>
          </p:nvSpPr>
          <p:spPr>
            <a:xfrm>
              <a:off x="3711161" y="1508594"/>
              <a:ext cx="10248" cy="48537"/>
            </a:xfrm>
            <a:custGeom>
              <a:rect b="b" l="l" r="r" t="t"/>
              <a:pathLst>
                <a:path extrusionOk="0" h="1525" w="322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370"/>
                  </a:lnTo>
                  <a:cubicBezTo>
                    <a:pt x="0" y="1453"/>
                    <a:pt x="72" y="1525"/>
                    <a:pt x="167" y="1525"/>
                  </a:cubicBezTo>
                  <a:cubicBezTo>
                    <a:pt x="250" y="1525"/>
                    <a:pt x="322" y="1453"/>
                    <a:pt x="322" y="1370"/>
                  </a:cubicBezTo>
                  <a:lnTo>
                    <a:pt x="322" y="155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51"/>
            <p:cNvSpPr/>
            <p:nvPr/>
          </p:nvSpPr>
          <p:spPr>
            <a:xfrm>
              <a:off x="3633470" y="1792018"/>
              <a:ext cx="22757" cy="29249"/>
            </a:xfrm>
            <a:custGeom>
              <a:rect b="b" l="l" r="r" t="t"/>
              <a:pathLst>
                <a:path extrusionOk="0" h="919" w="715">
                  <a:moveTo>
                    <a:pt x="525" y="1"/>
                  </a:moveTo>
                  <a:cubicBezTo>
                    <a:pt x="470" y="1"/>
                    <a:pt x="413" y="30"/>
                    <a:pt x="381" y="85"/>
                  </a:cubicBezTo>
                  <a:lnTo>
                    <a:pt x="48" y="680"/>
                  </a:lnTo>
                  <a:cubicBezTo>
                    <a:pt x="0" y="751"/>
                    <a:pt x="24" y="859"/>
                    <a:pt x="107" y="894"/>
                  </a:cubicBezTo>
                  <a:cubicBezTo>
                    <a:pt x="131" y="918"/>
                    <a:pt x="167" y="918"/>
                    <a:pt x="179" y="918"/>
                  </a:cubicBezTo>
                  <a:cubicBezTo>
                    <a:pt x="238" y="918"/>
                    <a:pt x="286" y="882"/>
                    <a:pt x="310" y="835"/>
                  </a:cubicBezTo>
                  <a:lnTo>
                    <a:pt x="655" y="240"/>
                  </a:lnTo>
                  <a:cubicBezTo>
                    <a:pt x="715" y="156"/>
                    <a:pt x="679" y="61"/>
                    <a:pt x="608" y="25"/>
                  </a:cubicBezTo>
                  <a:cubicBezTo>
                    <a:pt x="583" y="9"/>
                    <a:pt x="554" y="1"/>
                    <a:pt x="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51"/>
            <p:cNvSpPr/>
            <p:nvPr/>
          </p:nvSpPr>
          <p:spPr>
            <a:xfrm>
              <a:off x="3775962" y="1545195"/>
              <a:ext cx="22757" cy="28995"/>
            </a:xfrm>
            <a:custGeom>
              <a:rect b="b" l="l" r="r" t="t"/>
              <a:pathLst>
                <a:path extrusionOk="0" h="911" w="715">
                  <a:moveTo>
                    <a:pt x="534" y="1"/>
                  </a:moveTo>
                  <a:cubicBezTo>
                    <a:pt x="476" y="1"/>
                    <a:pt x="418" y="28"/>
                    <a:pt x="393" y="77"/>
                  </a:cubicBezTo>
                  <a:lnTo>
                    <a:pt x="48" y="672"/>
                  </a:lnTo>
                  <a:cubicBezTo>
                    <a:pt x="0" y="744"/>
                    <a:pt x="36" y="851"/>
                    <a:pt x="107" y="898"/>
                  </a:cubicBezTo>
                  <a:cubicBezTo>
                    <a:pt x="131" y="910"/>
                    <a:pt x="167" y="910"/>
                    <a:pt x="179" y="910"/>
                  </a:cubicBezTo>
                  <a:cubicBezTo>
                    <a:pt x="238" y="910"/>
                    <a:pt x="286" y="887"/>
                    <a:pt x="310" y="839"/>
                  </a:cubicBezTo>
                  <a:lnTo>
                    <a:pt x="655" y="244"/>
                  </a:lnTo>
                  <a:cubicBezTo>
                    <a:pt x="714" y="172"/>
                    <a:pt x="691" y="65"/>
                    <a:pt x="607" y="17"/>
                  </a:cubicBezTo>
                  <a:cubicBezTo>
                    <a:pt x="585" y="6"/>
                    <a:pt x="560" y="1"/>
                    <a:pt x="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51"/>
            <p:cNvSpPr/>
            <p:nvPr/>
          </p:nvSpPr>
          <p:spPr>
            <a:xfrm>
              <a:off x="3577390" y="1601498"/>
              <a:ext cx="31095" cy="21197"/>
            </a:xfrm>
            <a:custGeom>
              <a:rect b="b" l="l" r="r" t="t"/>
              <a:pathLst>
                <a:path extrusionOk="0" h="666" w="977">
                  <a:moveTo>
                    <a:pt x="199" y="1"/>
                  </a:moveTo>
                  <a:cubicBezTo>
                    <a:pt x="141" y="1"/>
                    <a:pt x="80" y="33"/>
                    <a:pt x="48" y="82"/>
                  </a:cubicBezTo>
                  <a:cubicBezTo>
                    <a:pt x="0" y="153"/>
                    <a:pt x="36" y="261"/>
                    <a:pt x="107" y="308"/>
                  </a:cubicBezTo>
                  <a:lnTo>
                    <a:pt x="703" y="642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30"/>
                    <a:pt x="917" y="594"/>
                  </a:cubicBezTo>
                  <a:cubicBezTo>
                    <a:pt x="976" y="499"/>
                    <a:pt x="941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1"/>
            <p:cNvSpPr/>
            <p:nvPr/>
          </p:nvSpPr>
          <p:spPr>
            <a:xfrm>
              <a:off x="3823703" y="1743608"/>
              <a:ext cx="31095" cy="21197"/>
            </a:xfrm>
            <a:custGeom>
              <a:rect b="b" l="l" r="r" t="t"/>
              <a:pathLst>
                <a:path extrusionOk="0" h="666" w="977">
                  <a:moveTo>
                    <a:pt x="199" y="1"/>
                  </a:moveTo>
                  <a:cubicBezTo>
                    <a:pt x="141" y="1"/>
                    <a:pt x="81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lnTo>
                    <a:pt x="703" y="641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29"/>
                    <a:pt x="917" y="594"/>
                  </a:cubicBezTo>
                  <a:cubicBezTo>
                    <a:pt x="977" y="510"/>
                    <a:pt x="953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1"/>
            <p:cNvSpPr/>
            <p:nvPr/>
          </p:nvSpPr>
          <p:spPr>
            <a:xfrm>
              <a:off x="3775962" y="1792018"/>
              <a:ext cx="22757" cy="29249"/>
            </a:xfrm>
            <a:custGeom>
              <a:rect b="b" l="l" r="r" t="t"/>
              <a:pathLst>
                <a:path extrusionOk="0" h="919" w="715">
                  <a:moveTo>
                    <a:pt x="190" y="1"/>
                  </a:moveTo>
                  <a:cubicBezTo>
                    <a:pt x="160" y="1"/>
                    <a:pt x="132" y="9"/>
                    <a:pt x="107" y="25"/>
                  </a:cubicBezTo>
                  <a:cubicBezTo>
                    <a:pt x="36" y="61"/>
                    <a:pt x="0" y="168"/>
                    <a:pt x="48" y="240"/>
                  </a:cubicBezTo>
                  <a:lnTo>
                    <a:pt x="393" y="835"/>
                  </a:lnTo>
                  <a:cubicBezTo>
                    <a:pt x="417" y="882"/>
                    <a:pt x="476" y="918"/>
                    <a:pt x="524" y="918"/>
                  </a:cubicBezTo>
                  <a:cubicBezTo>
                    <a:pt x="548" y="918"/>
                    <a:pt x="583" y="918"/>
                    <a:pt x="595" y="894"/>
                  </a:cubicBezTo>
                  <a:cubicBezTo>
                    <a:pt x="691" y="859"/>
                    <a:pt x="714" y="751"/>
                    <a:pt x="667" y="680"/>
                  </a:cubicBezTo>
                  <a:lnTo>
                    <a:pt x="333" y="85"/>
                  </a:lnTo>
                  <a:cubicBezTo>
                    <a:pt x="302" y="30"/>
                    <a:pt x="245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1"/>
            <p:cNvSpPr/>
            <p:nvPr/>
          </p:nvSpPr>
          <p:spPr>
            <a:xfrm>
              <a:off x="3633470" y="1545195"/>
              <a:ext cx="22757" cy="28995"/>
            </a:xfrm>
            <a:custGeom>
              <a:rect b="b" l="l" r="r" t="t"/>
              <a:pathLst>
                <a:path extrusionOk="0" h="911" w="715">
                  <a:moveTo>
                    <a:pt x="181" y="1"/>
                  </a:moveTo>
                  <a:cubicBezTo>
                    <a:pt x="155" y="1"/>
                    <a:pt x="130" y="6"/>
                    <a:pt x="107" y="17"/>
                  </a:cubicBezTo>
                  <a:cubicBezTo>
                    <a:pt x="24" y="65"/>
                    <a:pt x="0" y="172"/>
                    <a:pt x="48" y="244"/>
                  </a:cubicBezTo>
                  <a:lnTo>
                    <a:pt x="381" y="839"/>
                  </a:lnTo>
                  <a:cubicBezTo>
                    <a:pt x="417" y="887"/>
                    <a:pt x="477" y="910"/>
                    <a:pt x="524" y="910"/>
                  </a:cubicBezTo>
                  <a:cubicBezTo>
                    <a:pt x="548" y="910"/>
                    <a:pt x="584" y="910"/>
                    <a:pt x="596" y="898"/>
                  </a:cubicBezTo>
                  <a:cubicBezTo>
                    <a:pt x="679" y="851"/>
                    <a:pt x="715" y="744"/>
                    <a:pt x="667" y="672"/>
                  </a:cubicBezTo>
                  <a:lnTo>
                    <a:pt x="322" y="77"/>
                  </a:lnTo>
                  <a:cubicBezTo>
                    <a:pt x="297" y="28"/>
                    <a:pt x="238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51"/>
            <p:cNvSpPr/>
            <p:nvPr/>
          </p:nvSpPr>
          <p:spPr>
            <a:xfrm>
              <a:off x="3823703" y="1601498"/>
              <a:ext cx="31095" cy="21197"/>
            </a:xfrm>
            <a:custGeom>
              <a:rect b="b" l="l" r="r" t="t"/>
              <a:pathLst>
                <a:path extrusionOk="0" h="666" w="977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1"/>
                    <a:pt x="48" y="594"/>
                  </a:cubicBezTo>
                  <a:cubicBezTo>
                    <a:pt x="84" y="630"/>
                    <a:pt x="143" y="665"/>
                    <a:pt x="179" y="665"/>
                  </a:cubicBezTo>
                  <a:cubicBezTo>
                    <a:pt x="215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53" y="249"/>
                    <a:pt x="977" y="153"/>
                    <a:pt x="929" y="82"/>
                  </a:cubicBezTo>
                  <a:cubicBezTo>
                    <a:pt x="896" y="33"/>
                    <a:pt x="836" y="1"/>
                    <a:pt x="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51"/>
            <p:cNvSpPr/>
            <p:nvPr/>
          </p:nvSpPr>
          <p:spPr>
            <a:xfrm>
              <a:off x="3577390" y="1743608"/>
              <a:ext cx="31095" cy="21197"/>
            </a:xfrm>
            <a:custGeom>
              <a:rect b="b" l="l" r="r" t="t"/>
              <a:pathLst>
                <a:path extrusionOk="0" h="666" w="977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0"/>
                    <a:pt x="48" y="594"/>
                  </a:cubicBezTo>
                  <a:cubicBezTo>
                    <a:pt x="84" y="629"/>
                    <a:pt x="143" y="665"/>
                    <a:pt x="179" y="665"/>
                  </a:cubicBezTo>
                  <a:cubicBezTo>
                    <a:pt x="214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41" y="260"/>
                    <a:pt x="976" y="153"/>
                    <a:pt x="929" y="82"/>
                  </a:cubicBezTo>
                  <a:cubicBezTo>
                    <a:pt x="896" y="33"/>
                    <a:pt x="835" y="1"/>
                    <a:pt x="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1"/>
            <p:cNvSpPr/>
            <p:nvPr/>
          </p:nvSpPr>
          <p:spPr>
            <a:xfrm>
              <a:off x="3732358" y="1593032"/>
              <a:ext cx="71294" cy="62255"/>
            </a:xfrm>
            <a:custGeom>
              <a:rect b="b" l="l" r="r" t="t"/>
              <a:pathLst>
                <a:path extrusionOk="0" h="1956" w="2240">
                  <a:moveTo>
                    <a:pt x="186" y="1"/>
                  </a:moveTo>
                  <a:cubicBezTo>
                    <a:pt x="103" y="1"/>
                    <a:pt x="34" y="47"/>
                    <a:pt x="13" y="122"/>
                  </a:cubicBezTo>
                  <a:cubicBezTo>
                    <a:pt x="1" y="217"/>
                    <a:pt x="48" y="300"/>
                    <a:pt x="132" y="324"/>
                  </a:cubicBezTo>
                  <a:cubicBezTo>
                    <a:pt x="930" y="527"/>
                    <a:pt x="1584" y="1098"/>
                    <a:pt x="1894" y="1848"/>
                  </a:cubicBezTo>
                  <a:cubicBezTo>
                    <a:pt x="1918" y="1908"/>
                    <a:pt x="1977" y="1955"/>
                    <a:pt x="2037" y="1955"/>
                  </a:cubicBezTo>
                  <a:cubicBezTo>
                    <a:pt x="2061" y="1955"/>
                    <a:pt x="2084" y="1955"/>
                    <a:pt x="2096" y="1943"/>
                  </a:cubicBezTo>
                  <a:cubicBezTo>
                    <a:pt x="2192" y="1908"/>
                    <a:pt x="2239" y="1824"/>
                    <a:pt x="2192" y="1729"/>
                  </a:cubicBezTo>
                  <a:cubicBezTo>
                    <a:pt x="1846" y="884"/>
                    <a:pt x="1108" y="229"/>
                    <a:pt x="215" y="3"/>
                  </a:cubicBezTo>
                  <a:cubicBezTo>
                    <a:pt x="205" y="1"/>
                    <a:pt x="196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51"/>
          <p:cNvGrpSpPr/>
          <p:nvPr/>
        </p:nvGrpSpPr>
        <p:grpSpPr>
          <a:xfrm>
            <a:off x="2940725" y="3264088"/>
            <a:ext cx="439889" cy="439378"/>
            <a:chOff x="2201806" y="1976585"/>
            <a:chExt cx="349784" cy="349434"/>
          </a:xfrm>
        </p:grpSpPr>
        <p:sp>
          <p:nvSpPr>
            <p:cNvPr id="390" name="Google Shape;390;p51"/>
            <p:cNvSpPr/>
            <p:nvPr/>
          </p:nvSpPr>
          <p:spPr>
            <a:xfrm>
              <a:off x="2231755" y="2073373"/>
              <a:ext cx="319835" cy="252647"/>
            </a:xfrm>
            <a:custGeom>
              <a:rect b="b" l="l" r="r" t="t"/>
              <a:pathLst>
                <a:path extrusionOk="0" h="7938" w="10049">
                  <a:moveTo>
                    <a:pt x="9368" y="0"/>
                  </a:moveTo>
                  <a:cubicBezTo>
                    <a:pt x="9345" y="0"/>
                    <a:pt x="9322" y="6"/>
                    <a:pt x="9299" y="20"/>
                  </a:cubicBezTo>
                  <a:cubicBezTo>
                    <a:pt x="9227" y="67"/>
                    <a:pt x="9180" y="151"/>
                    <a:pt x="9227" y="234"/>
                  </a:cubicBezTo>
                  <a:cubicBezTo>
                    <a:pt x="9561" y="925"/>
                    <a:pt x="9716" y="1675"/>
                    <a:pt x="9716" y="2449"/>
                  </a:cubicBezTo>
                  <a:cubicBezTo>
                    <a:pt x="9716" y="3830"/>
                    <a:pt x="9180" y="5127"/>
                    <a:pt x="8203" y="6104"/>
                  </a:cubicBezTo>
                  <a:cubicBezTo>
                    <a:pt x="7215" y="7092"/>
                    <a:pt x="5917" y="7628"/>
                    <a:pt x="4536" y="7628"/>
                  </a:cubicBezTo>
                  <a:cubicBezTo>
                    <a:pt x="3715" y="7628"/>
                    <a:pt x="2929" y="7449"/>
                    <a:pt x="2203" y="7080"/>
                  </a:cubicBezTo>
                  <a:cubicBezTo>
                    <a:pt x="1596" y="6759"/>
                    <a:pt x="1060" y="6342"/>
                    <a:pt x="607" y="5830"/>
                  </a:cubicBezTo>
                  <a:lnTo>
                    <a:pt x="607" y="5830"/>
                  </a:lnTo>
                  <a:lnTo>
                    <a:pt x="1250" y="6032"/>
                  </a:lnTo>
                  <a:cubicBezTo>
                    <a:pt x="1272" y="6040"/>
                    <a:pt x="1293" y="6044"/>
                    <a:pt x="1312" y="6044"/>
                  </a:cubicBezTo>
                  <a:cubicBezTo>
                    <a:pt x="1380" y="6044"/>
                    <a:pt x="1434" y="5999"/>
                    <a:pt x="1453" y="5925"/>
                  </a:cubicBezTo>
                  <a:cubicBezTo>
                    <a:pt x="1488" y="5842"/>
                    <a:pt x="1441" y="5747"/>
                    <a:pt x="1357" y="5723"/>
                  </a:cubicBezTo>
                  <a:lnTo>
                    <a:pt x="202" y="5330"/>
                  </a:lnTo>
                  <a:cubicBezTo>
                    <a:pt x="191" y="5327"/>
                    <a:pt x="179" y="5325"/>
                    <a:pt x="167" y="5325"/>
                  </a:cubicBezTo>
                  <a:cubicBezTo>
                    <a:pt x="131" y="5325"/>
                    <a:pt x="95" y="5339"/>
                    <a:pt x="60" y="5366"/>
                  </a:cubicBezTo>
                  <a:cubicBezTo>
                    <a:pt x="12" y="5389"/>
                    <a:pt x="0" y="5449"/>
                    <a:pt x="0" y="5508"/>
                  </a:cubicBezTo>
                  <a:lnTo>
                    <a:pt x="191" y="6854"/>
                  </a:lnTo>
                  <a:cubicBezTo>
                    <a:pt x="214" y="6925"/>
                    <a:pt x="274" y="6985"/>
                    <a:pt x="357" y="6985"/>
                  </a:cubicBezTo>
                  <a:lnTo>
                    <a:pt x="393" y="6985"/>
                  </a:lnTo>
                  <a:cubicBezTo>
                    <a:pt x="476" y="6973"/>
                    <a:pt x="536" y="6890"/>
                    <a:pt x="524" y="6806"/>
                  </a:cubicBezTo>
                  <a:lnTo>
                    <a:pt x="417" y="6068"/>
                  </a:lnTo>
                  <a:lnTo>
                    <a:pt x="417" y="6068"/>
                  </a:lnTo>
                  <a:cubicBezTo>
                    <a:pt x="881" y="6604"/>
                    <a:pt x="1465" y="7044"/>
                    <a:pt x="2084" y="7354"/>
                  </a:cubicBezTo>
                  <a:cubicBezTo>
                    <a:pt x="2858" y="7747"/>
                    <a:pt x="3691" y="7937"/>
                    <a:pt x="4560" y="7937"/>
                  </a:cubicBezTo>
                  <a:cubicBezTo>
                    <a:pt x="6025" y="7937"/>
                    <a:pt x="7394" y="7366"/>
                    <a:pt x="8442" y="6330"/>
                  </a:cubicBezTo>
                  <a:cubicBezTo>
                    <a:pt x="9477" y="5282"/>
                    <a:pt x="10049" y="3913"/>
                    <a:pt x="10049" y="2449"/>
                  </a:cubicBezTo>
                  <a:cubicBezTo>
                    <a:pt x="10049" y="1627"/>
                    <a:pt x="9870" y="829"/>
                    <a:pt x="9513" y="91"/>
                  </a:cubicBezTo>
                  <a:cubicBezTo>
                    <a:pt x="9479" y="40"/>
                    <a:pt x="9426" y="0"/>
                    <a:pt x="9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1"/>
            <p:cNvSpPr/>
            <p:nvPr/>
          </p:nvSpPr>
          <p:spPr>
            <a:xfrm>
              <a:off x="2201806" y="1976585"/>
              <a:ext cx="319484" cy="252424"/>
            </a:xfrm>
            <a:custGeom>
              <a:rect b="b" l="l" r="r" t="t"/>
              <a:pathLst>
                <a:path extrusionOk="0" h="7931" w="10038">
                  <a:moveTo>
                    <a:pt x="5501" y="1"/>
                  </a:moveTo>
                  <a:cubicBezTo>
                    <a:pt x="4025" y="1"/>
                    <a:pt x="2656" y="560"/>
                    <a:pt x="1608" y="1608"/>
                  </a:cubicBezTo>
                  <a:cubicBezTo>
                    <a:pt x="572" y="2644"/>
                    <a:pt x="0" y="4013"/>
                    <a:pt x="0" y="5490"/>
                  </a:cubicBezTo>
                  <a:cubicBezTo>
                    <a:pt x="0" y="6311"/>
                    <a:pt x="179" y="7109"/>
                    <a:pt x="536" y="7835"/>
                  </a:cubicBezTo>
                  <a:cubicBezTo>
                    <a:pt x="572" y="7895"/>
                    <a:pt x="632" y="7930"/>
                    <a:pt x="691" y="7930"/>
                  </a:cubicBezTo>
                  <a:cubicBezTo>
                    <a:pt x="715" y="7930"/>
                    <a:pt x="739" y="7930"/>
                    <a:pt x="762" y="7918"/>
                  </a:cubicBezTo>
                  <a:cubicBezTo>
                    <a:pt x="834" y="7871"/>
                    <a:pt x="882" y="7776"/>
                    <a:pt x="834" y="7704"/>
                  </a:cubicBezTo>
                  <a:cubicBezTo>
                    <a:pt x="512" y="7002"/>
                    <a:pt x="346" y="6263"/>
                    <a:pt x="346" y="5490"/>
                  </a:cubicBezTo>
                  <a:cubicBezTo>
                    <a:pt x="346" y="4108"/>
                    <a:pt x="882" y="2811"/>
                    <a:pt x="1870" y="1822"/>
                  </a:cubicBezTo>
                  <a:cubicBezTo>
                    <a:pt x="2846" y="846"/>
                    <a:pt x="4144" y="310"/>
                    <a:pt x="5525" y="310"/>
                  </a:cubicBezTo>
                  <a:cubicBezTo>
                    <a:pt x="7049" y="310"/>
                    <a:pt x="8454" y="965"/>
                    <a:pt x="9454" y="2108"/>
                  </a:cubicBezTo>
                  <a:lnTo>
                    <a:pt x="8811" y="1906"/>
                  </a:lnTo>
                  <a:cubicBezTo>
                    <a:pt x="8792" y="1898"/>
                    <a:pt x="8772" y="1894"/>
                    <a:pt x="8753" y="1894"/>
                  </a:cubicBezTo>
                  <a:cubicBezTo>
                    <a:pt x="8688" y="1894"/>
                    <a:pt x="8627" y="1937"/>
                    <a:pt x="8609" y="2001"/>
                  </a:cubicBezTo>
                  <a:cubicBezTo>
                    <a:pt x="8573" y="2096"/>
                    <a:pt x="8621" y="2180"/>
                    <a:pt x="8716" y="2215"/>
                  </a:cubicBezTo>
                  <a:lnTo>
                    <a:pt x="9859" y="2596"/>
                  </a:lnTo>
                  <a:cubicBezTo>
                    <a:pt x="9871" y="2596"/>
                    <a:pt x="9883" y="2620"/>
                    <a:pt x="9906" y="2620"/>
                  </a:cubicBezTo>
                  <a:cubicBezTo>
                    <a:pt x="9930" y="2620"/>
                    <a:pt x="9978" y="2596"/>
                    <a:pt x="10002" y="2572"/>
                  </a:cubicBezTo>
                  <a:cubicBezTo>
                    <a:pt x="10026" y="2525"/>
                    <a:pt x="10037" y="2465"/>
                    <a:pt x="10037" y="2418"/>
                  </a:cubicBezTo>
                  <a:lnTo>
                    <a:pt x="9847" y="1084"/>
                  </a:lnTo>
                  <a:cubicBezTo>
                    <a:pt x="9827" y="1003"/>
                    <a:pt x="9772" y="948"/>
                    <a:pt x="9705" y="948"/>
                  </a:cubicBezTo>
                  <a:cubicBezTo>
                    <a:pt x="9693" y="948"/>
                    <a:pt x="9681" y="950"/>
                    <a:pt x="9668" y="953"/>
                  </a:cubicBezTo>
                  <a:cubicBezTo>
                    <a:pt x="9573" y="965"/>
                    <a:pt x="9514" y="1037"/>
                    <a:pt x="9525" y="1132"/>
                  </a:cubicBezTo>
                  <a:lnTo>
                    <a:pt x="9633" y="1870"/>
                  </a:lnTo>
                  <a:cubicBezTo>
                    <a:pt x="8597" y="667"/>
                    <a:pt x="7085" y="1"/>
                    <a:pt x="5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1"/>
            <p:cNvSpPr/>
            <p:nvPr/>
          </p:nvSpPr>
          <p:spPr>
            <a:xfrm>
              <a:off x="2331789" y="2068662"/>
              <a:ext cx="16709" cy="27340"/>
            </a:xfrm>
            <a:custGeom>
              <a:rect b="b" l="l" r="r" t="t"/>
              <a:pathLst>
                <a:path extrusionOk="0" h="859" w="525">
                  <a:moveTo>
                    <a:pt x="358" y="1"/>
                  </a:moveTo>
                  <a:cubicBezTo>
                    <a:pt x="262" y="1"/>
                    <a:pt x="191" y="84"/>
                    <a:pt x="191" y="168"/>
                  </a:cubicBezTo>
                  <a:lnTo>
                    <a:pt x="191" y="465"/>
                  </a:lnTo>
                  <a:lnTo>
                    <a:pt x="72" y="584"/>
                  </a:lnTo>
                  <a:cubicBezTo>
                    <a:pt x="12" y="644"/>
                    <a:pt x="0" y="751"/>
                    <a:pt x="72" y="811"/>
                  </a:cubicBezTo>
                  <a:cubicBezTo>
                    <a:pt x="96" y="834"/>
                    <a:pt x="143" y="858"/>
                    <a:pt x="191" y="858"/>
                  </a:cubicBezTo>
                  <a:cubicBezTo>
                    <a:pt x="238" y="858"/>
                    <a:pt x="262" y="834"/>
                    <a:pt x="298" y="811"/>
                  </a:cubicBezTo>
                  <a:lnTo>
                    <a:pt x="453" y="644"/>
                  </a:lnTo>
                  <a:cubicBezTo>
                    <a:pt x="488" y="620"/>
                    <a:pt x="500" y="572"/>
                    <a:pt x="500" y="525"/>
                  </a:cubicBezTo>
                  <a:lnTo>
                    <a:pt x="524" y="168"/>
                  </a:lnTo>
                  <a:cubicBezTo>
                    <a:pt x="524" y="84"/>
                    <a:pt x="441" y="1"/>
                    <a:pt x="3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51"/>
            <p:cNvSpPr/>
            <p:nvPr/>
          </p:nvSpPr>
          <p:spPr>
            <a:xfrm>
              <a:off x="2243118" y="2021653"/>
              <a:ext cx="265664" cy="261908"/>
            </a:xfrm>
            <a:custGeom>
              <a:rect b="b" l="l" r="r" t="t"/>
              <a:pathLst>
                <a:path extrusionOk="0" h="8229" w="8347">
                  <a:moveTo>
                    <a:pt x="2751" y="3109"/>
                  </a:moveTo>
                  <a:lnTo>
                    <a:pt x="2977" y="3133"/>
                  </a:lnTo>
                  <a:lnTo>
                    <a:pt x="3084" y="3133"/>
                  </a:lnTo>
                  <a:lnTo>
                    <a:pt x="2917" y="3502"/>
                  </a:lnTo>
                  <a:lnTo>
                    <a:pt x="2643" y="3431"/>
                  </a:lnTo>
                  <a:lnTo>
                    <a:pt x="2751" y="3109"/>
                  </a:lnTo>
                  <a:close/>
                  <a:moveTo>
                    <a:pt x="3834" y="3026"/>
                  </a:moveTo>
                  <a:lnTo>
                    <a:pt x="4156" y="3419"/>
                  </a:lnTo>
                  <a:lnTo>
                    <a:pt x="4120" y="3526"/>
                  </a:lnTo>
                  <a:cubicBezTo>
                    <a:pt x="4096" y="3609"/>
                    <a:pt x="4144" y="3704"/>
                    <a:pt x="4227" y="3728"/>
                  </a:cubicBezTo>
                  <a:cubicBezTo>
                    <a:pt x="4239" y="3728"/>
                    <a:pt x="4263" y="3740"/>
                    <a:pt x="4275" y="3740"/>
                  </a:cubicBezTo>
                  <a:cubicBezTo>
                    <a:pt x="4346" y="3740"/>
                    <a:pt x="4406" y="3704"/>
                    <a:pt x="4417" y="3645"/>
                  </a:cubicBezTo>
                  <a:lnTo>
                    <a:pt x="4465" y="3526"/>
                  </a:lnTo>
                  <a:cubicBezTo>
                    <a:pt x="4501" y="3419"/>
                    <a:pt x="4477" y="3312"/>
                    <a:pt x="4417" y="3240"/>
                  </a:cubicBezTo>
                  <a:lnTo>
                    <a:pt x="4334" y="3133"/>
                  </a:lnTo>
                  <a:lnTo>
                    <a:pt x="4608" y="3359"/>
                  </a:lnTo>
                  <a:cubicBezTo>
                    <a:pt x="4638" y="3374"/>
                    <a:pt x="4673" y="3389"/>
                    <a:pt x="4710" y="3389"/>
                  </a:cubicBezTo>
                  <a:cubicBezTo>
                    <a:pt x="4731" y="3389"/>
                    <a:pt x="4753" y="3384"/>
                    <a:pt x="4775" y="3371"/>
                  </a:cubicBezTo>
                  <a:lnTo>
                    <a:pt x="4989" y="3288"/>
                  </a:lnTo>
                  <a:lnTo>
                    <a:pt x="5108" y="3419"/>
                  </a:lnTo>
                  <a:cubicBezTo>
                    <a:pt x="5132" y="3466"/>
                    <a:pt x="5191" y="3478"/>
                    <a:pt x="5239" y="3478"/>
                  </a:cubicBezTo>
                  <a:lnTo>
                    <a:pt x="5644" y="3442"/>
                  </a:lnTo>
                  <a:lnTo>
                    <a:pt x="5656" y="3526"/>
                  </a:lnTo>
                  <a:cubicBezTo>
                    <a:pt x="5668" y="3562"/>
                    <a:pt x="5644" y="3597"/>
                    <a:pt x="5644" y="3609"/>
                  </a:cubicBezTo>
                  <a:cubicBezTo>
                    <a:pt x="5620" y="3621"/>
                    <a:pt x="5608" y="3657"/>
                    <a:pt x="5560" y="3657"/>
                  </a:cubicBezTo>
                  <a:lnTo>
                    <a:pt x="4882" y="3716"/>
                  </a:lnTo>
                  <a:cubicBezTo>
                    <a:pt x="4787" y="3716"/>
                    <a:pt x="4715" y="3764"/>
                    <a:pt x="4668" y="3835"/>
                  </a:cubicBezTo>
                  <a:cubicBezTo>
                    <a:pt x="4644" y="3895"/>
                    <a:pt x="4608" y="3954"/>
                    <a:pt x="4632" y="4014"/>
                  </a:cubicBezTo>
                  <a:lnTo>
                    <a:pt x="4167" y="3859"/>
                  </a:lnTo>
                  <a:cubicBezTo>
                    <a:pt x="4156" y="3859"/>
                    <a:pt x="4156" y="3847"/>
                    <a:pt x="4156" y="3835"/>
                  </a:cubicBezTo>
                  <a:cubicBezTo>
                    <a:pt x="4120" y="3657"/>
                    <a:pt x="3977" y="3538"/>
                    <a:pt x="3798" y="3538"/>
                  </a:cubicBezTo>
                  <a:lnTo>
                    <a:pt x="3775" y="3538"/>
                  </a:lnTo>
                  <a:lnTo>
                    <a:pt x="3286" y="3550"/>
                  </a:lnTo>
                  <a:lnTo>
                    <a:pt x="3405" y="3204"/>
                  </a:lnTo>
                  <a:cubicBezTo>
                    <a:pt x="3429" y="3181"/>
                    <a:pt x="3453" y="3169"/>
                    <a:pt x="3489" y="3145"/>
                  </a:cubicBezTo>
                  <a:lnTo>
                    <a:pt x="3834" y="3026"/>
                  </a:lnTo>
                  <a:close/>
                  <a:moveTo>
                    <a:pt x="7561" y="3562"/>
                  </a:moveTo>
                  <a:cubicBezTo>
                    <a:pt x="7573" y="3562"/>
                    <a:pt x="7620" y="3562"/>
                    <a:pt x="7656" y="3597"/>
                  </a:cubicBezTo>
                  <a:lnTo>
                    <a:pt x="7977" y="3907"/>
                  </a:lnTo>
                  <a:cubicBezTo>
                    <a:pt x="7989" y="4026"/>
                    <a:pt x="7989" y="4133"/>
                    <a:pt x="7977" y="4216"/>
                  </a:cubicBezTo>
                  <a:cubicBezTo>
                    <a:pt x="7930" y="5169"/>
                    <a:pt x="7549" y="6086"/>
                    <a:pt x="6858" y="6752"/>
                  </a:cubicBezTo>
                  <a:cubicBezTo>
                    <a:pt x="6763" y="6860"/>
                    <a:pt x="6656" y="6943"/>
                    <a:pt x="6537" y="7050"/>
                  </a:cubicBezTo>
                  <a:cubicBezTo>
                    <a:pt x="6596" y="6955"/>
                    <a:pt x="6644" y="6871"/>
                    <a:pt x="6680" y="6776"/>
                  </a:cubicBezTo>
                  <a:lnTo>
                    <a:pt x="7430" y="5074"/>
                  </a:lnTo>
                  <a:cubicBezTo>
                    <a:pt x="7454" y="5026"/>
                    <a:pt x="7442" y="4966"/>
                    <a:pt x="7418" y="4907"/>
                  </a:cubicBezTo>
                  <a:cubicBezTo>
                    <a:pt x="7382" y="4859"/>
                    <a:pt x="7323" y="4836"/>
                    <a:pt x="7263" y="4836"/>
                  </a:cubicBezTo>
                  <a:lnTo>
                    <a:pt x="7192" y="4836"/>
                  </a:lnTo>
                  <a:lnTo>
                    <a:pt x="7596" y="4026"/>
                  </a:lnTo>
                  <a:cubicBezTo>
                    <a:pt x="7656" y="3895"/>
                    <a:pt x="7620" y="3728"/>
                    <a:pt x="7501" y="3657"/>
                  </a:cubicBezTo>
                  <a:lnTo>
                    <a:pt x="7477" y="3621"/>
                  </a:lnTo>
                  <a:lnTo>
                    <a:pt x="7489" y="3609"/>
                  </a:lnTo>
                  <a:cubicBezTo>
                    <a:pt x="7513" y="3562"/>
                    <a:pt x="7549" y="3562"/>
                    <a:pt x="7561" y="3562"/>
                  </a:cubicBezTo>
                  <a:close/>
                  <a:moveTo>
                    <a:pt x="4088" y="0"/>
                  </a:moveTo>
                  <a:cubicBezTo>
                    <a:pt x="4055" y="0"/>
                    <a:pt x="4022" y="1"/>
                    <a:pt x="3989" y="2"/>
                  </a:cubicBezTo>
                  <a:cubicBezTo>
                    <a:pt x="2953" y="49"/>
                    <a:pt x="1977" y="478"/>
                    <a:pt x="1250" y="1216"/>
                  </a:cubicBezTo>
                  <a:cubicBezTo>
                    <a:pt x="524" y="1942"/>
                    <a:pt x="96" y="2919"/>
                    <a:pt x="48" y="3954"/>
                  </a:cubicBezTo>
                  <a:cubicBezTo>
                    <a:pt x="0" y="4978"/>
                    <a:pt x="346" y="5979"/>
                    <a:pt x="1012" y="6764"/>
                  </a:cubicBezTo>
                  <a:cubicBezTo>
                    <a:pt x="1048" y="6812"/>
                    <a:pt x="1084" y="6824"/>
                    <a:pt x="1131" y="6824"/>
                  </a:cubicBezTo>
                  <a:cubicBezTo>
                    <a:pt x="1167" y="6824"/>
                    <a:pt x="1203" y="6812"/>
                    <a:pt x="1239" y="6776"/>
                  </a:cubicBezTo>
                  <a:cubicBezTo>
                    <a:pt x="1310" y="6717"/>
                    <a:pt x="1310" y="6610"/>
                    <a:pt x="1250" y="6550"/>
                  </a:cubicBezTo>
                  <a:cubicBezTo>
                    <a:pt x="643" y="5824"/>
                    <a:pt x="334" y="4907"/>
                    <a:pt x="369" y="3966"/>
                  </a:cubicBezTo>
                  <a:cubicBezTo>
                    <a:pt x="417" y="3014"/>
                    <a:pt x="810" y="2109"/>
                    <a:pt x="1489" y="1430"/>
                  </a:cubicBezTo>
                  <a:cubicBezTo>
                    <a:pt x="2155" y="764"/>
                    <a:pt x="3072" y="359"/>
                    <a:pt x="4025" y="323"/>
                  </a:cubicBezTo>
                  <a:cubicBezTo>
                    <a:pt x="4087" y="316"/>
                    <a:pt x="4150" y="313"/>
                    <a:pt x="4213" y="313"/>
                  </a:cubicBezTo>
                  <a:cubicBezTo>
                    <a:pt x="4363" y="313"/>
                    <a:pt x="4512" y="330"/>
                    <a:pt x="4656" y="347"/>
                  </a:cubicBezTo>
                  <a:lnTo>
                    <a:pt x="4882" y="621"/>
                  </a:lnTo>
                  <a:lnTo>
                    <a:pt x="4798" y="823"/>
                  </a:lnTo>
                  <a:lnTo>
                    <a:pt x="4656" y="585"/>
                  </a:lnTo>
                  <a:cubicBezTo>
                    <a:pt x="4632" y="537"/>
                    <a:pt x="4572" y="502"/>
                    <a:pt x="4525" y="502"/>
                  </a:cubicBezTo>
                  <a:lnTo>
                    <a:pt x="4025" y="502"/>
                  </a:lnTo>
                  <a:cubicBezTo>
                    <a:pt x="3965" y="502"/>
                    <a:pt x="3906" y="525"/>
                    <a:pt x="3870" y="585"/>
                  </a:cubicBezTo>
                  <a:lnTo>
                    <a:pt x="3513" y="1276"/>
                  </a:lnTo>
                  <a:cubicBezTo>
                    <a:pt x="3465" y="1359"/>
                    <a:pt x="3465" y="1478"/>
                    <a:pt x="3513" y="1573"/>
                  </a:cubicBezTo>
                  <a:cubicBezTo>
                    <a:pt x="3560" y="1657"/>
                    <a:pt x="3667" y="1716"/>
                    <a:pt x="3763" y="1728"/>
                  </a:cubicBezTo>
                  <a:lnTo>
                    <a:pt x="4048" y="1764"/>
                  </a:lnTo>
                  <a:cubicBezTo>
                    <a:pt x="4108" y="1764"/>
                    <a:pt x="4167" y="1752"/>
                    <a:pt x="4203" y="1692"/>
                  </a:cubicBezTo>
                  <a:lnTo>
                    <a:pt x="4298" y="1537"/>
                  </a:lnTo>
                  <a:lnTo>
                    <a:pt x="4358" y="1609"/>
                  </a:lnTo>
                  <a:lnTo>
                    <a:pt x="4310" y="1895"/>
                  </a:lnTo>
                  <a:lnTo>
                    <a:pt x="3822" y="1966"/>
                  </a:lnTo>
                  <a:cubicBezTo>
                    <a:pt x="3798" y="1966"/>
                    <a:pt x="3775" y="1990"/>
                    <a:pt x="3751" y="2002"/>
                  </a:cubicBezTo>
                  <a:lnTo>
                    <a:pt x="3108" y="2466"/>
                  </a:lnTo>
                  <a:cubicBezTo>
                    <a:pt x="3084" y="2490"/>
                    <a:pt x="3048" y="2526"/>
                    <a:pt x="3048" y="2550"/>
                  </a:cubicBezTo>
                  <a:lnTo>
                    <a:pt x="2977" y="2847"/>
                  </a:lnTo>
                  <a:lnTo>
                    <a:pt x="2751" y="2823"/>
                  </a:lnTo>
                  <a:cubicBezTo>
                    <a:pt x="2736" y="2821"/>
                    <a:pt x="2721" y="2819"/>
                    <a:pt x="2706" y="2819"/>
                  </a:cubicBezTo>
                  <a:cubicBezTo>
                    <a:pt x="2591" y="2819"/>
                    <a:pt x="2483" y="2898"/>
                    <a:pt x="2441" y="3014"/>
                  </a:cubicBezTo>
                  <a:lnTo>
                    <a:pt x="2310" y="3371"/>
                  </a:lnTo>
                  <a:cubicBezTo>
                    <a:pt x="2274" y="3442"/>
                    <a:pt x="2274" y="3538"/>
                    <a:pt x="2322" y="3609"/>
                  </a:cubicBezTo>
                  <a:cubicBezTo>
                    <a:pt x="2370" y="3681"/>
                    <a:pt x="2429" y="3740"/>
                    <a:pt x="2501" y="3752"/>
                  </a:cubicBezTo>
                  <a:cubicBezTo>
                    <a:pt x="2346" y="3812"/>
                    <a:pt x="2251" y="3978"/>
                    <a:pt x="2251" y="4145"/>
                  </a:cubicBezTo>
                  <a:lnTo>
                    <a:pt x="2251" y="4216"/>
                  </a:lnTo>
                  <a:lnTo>
                    <a:pt x="1798" y="4740"/>
                  </a:lnTo>
                  <a:cubicBezTo>
                    <a:pt x="1727" y="4812"/>
                    <a:pt x="1703" y="4919"/>
                    <a:pt x="1703" y="5026"/>
                  </a:cubicBezTo>
                  <a:lnTo>
                    <a:pt x="1703" y="5621"/>
                  </a:lnTo>
                  <a:cubicBezTo>
                    <a:pt x="1703" y="5764"/>
                    <a:pt x="1750" y="5919"/>
                    <a:pt x="1881" y="6038"/>
                  </a:cubicBezTo>
                  <a:lnTo>
                    <a:pt x="2310" y="6455"/>
                  </a:lnTo>
                  <a:cubicBezTo>
                    <a:pt x="2393" y="6538"/>
                    <a:pt x="2524" y="6598"/>
                    <a:pt x="2643" y="6610"/>
                  </a:cubicBezTo>
                  <a:lnTo>
                    <a:pt x="3917" y="6717"/>
                  </a:lnTo>
                  <a:lnTo>
                    <a:pt x="3917" y="6764"/>
                  </a:lnTo>
                  <a:cubicBezTo>
                    <a:pt x="3894" y="6907"/>
                    <a:pt x="3965" y="7074"/>
                    <a:pt x="4096" y="7169"/>
                  </a:cubicBezTo>
                  <a:lnTo>
                    <a:pt x="4310" y="7324"/>
                  </a:lnTo>
                  <a:lnTo>
                    <a:pt x="4298" y="7372"/>
                  </a:lnTo>
                  <a:cubicBezTo>
                    <a:pt x="4251" y="7538"/>
                    <a:pt x="4298" y="7717"/>
                    <a:pt x="4429" y="7836"/>
                  </a:cubicBezTo>
                  <a:lnTo>
                    <a:pt x="4489" y="7895"/>
                  </a:lnTo>
                  <a:cubicBezTo>
                    <a:pt x="4429" y="7895"/>
                    <a:pt x="4394" y="7907"/>
                    <a:pt x="4334" y="7907"/>
                  </a:cubicBezTo>
                  <a:cubicBezTo>
                    <a:pt x="4272" y="7910"/>
                    <a:pt x="4211" y="7912"/>
                    <a:pt x="4149" y="7912"/>
                  </a:cubicBezTo>
                  <a:cubicBezTo>
                    <a:pt x="3262" y="7912"/>
                    <a:pt x="2407" y="7593"/>
                    <a:pt x="1739" y="7014"/>
                  </a:cubicBezTo>
                  <a:cubicBezTo>
                    <a:pt x="1708" y="6989"/>
                    <a:pt x="1672" y="6976"/>
                    <a:pt x="1637" y="6976"/>
                  </a:cubicBezTo>
                  <a:cubicBezTo>
                    <a:pt x="1591" y="6976"/>
                    <a:pt x="1546" y="6998"/>
                    <a:pt x="1512" y="7038"/>
                  </a:cubicBezTo>
                  <a:cubicBezTo>
                    <a:pt x="1453" y="7110"/>
                    <a:pt x="1477" y="7193"/>
                    <a:pt x="1536" y="7252"/>
                  </a:cubicBezTo>
                  <a:cubicBezTo>
                    <a:pt x="2274" y="7883"/>
                    <a:pt x="3215" y="8229"/>
                    <a:pt x="4179" y="8229"/>
                  </a:cubicBezTo>
                  <a:lnTo>
                    <a:pt x="4346" y="8229"/>
                  </a:lnTo>
                  <a:cubicBezTo>
                    <a:pt x="5382" y="8181"/>
                    <a:pt x="6358" y="7753"/>
                    <a:pt x="7084" y="7014"/>
                  </a:cubicBezTo>
                  <a:cubicBezTo>
                    <a:pt x="7811" y="6288"/>
                    <a:pt x="8239" y="5312"/>
                    <a:pt x="8287" y="4276"/>
                  </a:cubicBezTo>
                  <a:cubicBezTo>
                    <a:pt x="8347" y="3204"/>
                    <a:pt x="8001" y="2216"/>
                    <a:pt x="7335" y="1418"/>
                  </a:cubicBezTo>
                  <a:cubicBezTo>
                    <a:pt x="7303" y="1381"/>
                    <a:pt x="7259" y="1363"/>
                    <a:pt x="7216" y="1363"/>
                  </a:cubicBezTo>
                  <a:cubicBezTo>
                    <a:pt x="7176" y="1363"/>
                    <a:pt x="7137" y="1378"/>
                    <a:pt x="7108" y="1407"/>
                  </a:cubicBezTo>
                  <a:cubicBezTo>
                    <a:pt x="7037" y="1466"/>
                    <a:pt x="7037" y="1573"/>
                    <a:pt x="7096" y="1633"/>
                  </a:cubicBezTo>
                  <a:cubicBezTo>
                    <a:pt x="7525" y="2157"/>
                    <a:pt x="7823" y="2776"/>
                    <a:pt x="7930" y="3431"/>
                  </a:cubicBezTo>
                  <a:lnTo>
                    <a:pt x="7894" y="3383"/>
                  </a:lnTo>
                  <a:cubicBezTo>
                    <a:pt x="7809" y="3308"/>
                    <a:pt x="7694" y="3262"/>
                    <a:pt x="7577" y="3262"/>
                  </a:cubicBezTo>
                  <a:cubicBezTo>
                    <a:pt x="7564" y="3262"/>
                    <a:pt x="7550" y="3263"/>
                    <a:pt x="7537" y="3264"/>
                  </a:cubicBezTo>
                  <a:cubicBezTo>
                    <a:pt x="7394" y="3288"/>
                    <a:pt x="7275" y="3359"/>
                    <a:pt x="7215" y="3466"/>
                  </a:cubicBezTo>
                  <a:lnTo>
                    <a:pt x="7192" y="3502"/>
                  </a:lnTo>
                  <a:cubicBezTo>
                    <a:pt x="7108" y="3502"/>
                    <a:pt x="7037" y="3538"/>
                    <a:pt x="6977" y="3585"/>
                  </a:cubicBezTo>
                  <a:lnTo>
                    <a:pt x="6775" y="3323"/>
                  </a:lnTo>
                  <a:cubicBezTo>
                    <a:pt x="6744" y="3286"/>
                    <a:pt x="6700" y="3268"/>
                    <a:pt x="6656" y="3268"/>
                  </a:cubicBezTo>
                  <a:cubicBezTo>
                    <a:pt x="6616" y="3268"/>
                    <a:pt x="6577" y="3283"/>
                    <a:pt x="6549" y="3312"/>
                  </a:cubicBezTo>
                  <a:cubicBezTo>
                    <a:pt x="6477" y="3371"/>
                    <a:pt x="6477" y="3478"/>
                    <a:pt x="6537" y="3538"/>
                  </a:cubicBezTo>
                  <a:lnTo>
                    <a:pt x="6858" y="3919"/>
                  </a:lnTo>
                  <a:cubicBezTo>
                    <a:pt x="6894" y="3954"/>
                    <a:pt x="6942" y="3978"/>
                    <a:pt x="6977" y="3978"/>
                  </a:cubicBezTo>
                  <a:cubicBezTo>
                    <a:pt x="7025" y="3978"/>
                    <a:pt x="7073" y="3966"/>
                    <a:pt x="7096" y="3943"/>
                  </a:cubicBezTo>
                  <a:lnTo>
                    <a:pt x="7204" y="3835"/>
                  </a:lnTo>
                  <a:lnTo>
                    <a:pt x="7335" y="3919"/>
                  </a:lnTo>
                  <a:lnTo>
                    <a:pt x="6858" y="4871"/>
                  </a:lnTo>
                  <a:lnTo>
                    <a:pt x="6834" y="4871"/>
                  </a:lnTo>
                  <a:cubicBezTo>
                    <a:pt x="6799" y="4871"/>
                    <a:pt x="6763" y="4859"/>
                    <a:pt x="6739" y="4836"/>
                  </a:cubicBezTo>
                  <a:lnTo>
                    <a:pt x="6096" y="4062"/>
                  </a:lnTo>
                  <a:cubicBezTo>
                    <a:pt x="6069" y="4014"/>
                    <a:pt x="6023" y="3994"/>
                    <a:pt x="5977" y="3994"/>
                  </a:cubicBezTo>
                  <a:cubicBezTo>
                    <a:pt x="5942" y="3994"/>
                    <a:pt x="5908" y="4005"/>
                    <a:pt x="5882" y="4026"/>
                  </a:cubicBezTo>
                  <a:cubicBezTo>
                    <a:pt x="5799" y="4085"/>
                    <a:pt x="5799" y="4193"/>
                    <a:pt x="5846" y="4252"/>
                  </a:cubicBezTo>
                  <a:lnTo>
                    <a:pt x="6489" y="5026"/>
                  </a:lnTo>
                  <a:cubicBezTo>
                    <a:pt x="6584" y="5133"/>
                    <a:pt x="6715" y="5193"/>
                    <a:pt x="6858" y="5193"/>
                  </a:cubicBezTo>
                  <a:lnTo>
                    <a:pt x="7073" y="5169"/>
                  </a:lnTo>
                  <a:lnTo>
                    <a:pt x="6430" y="6645"/>
                  </a:lnTo>
                  <a:cubicBezTo>
                    <a:pt x="6382" y="6752"/>
                    <a:pt x="6322" y="6848"/>
                    <a:pt x="6251" y="6943"/>
                  </a:cubicBezTo>
                  <a:lnTo>
                    <a:pt x="5751" y="7550"/>
                  </a:lnTo>
                  <a:cubicBezTo>
                    <a:pt x="5489" y="7657"/>
                    <a:pt x="5227" y="7753"/>
                    <a:pt x="4953" y="7812"/>
                  </a:cubicBezTo>
                  <a:lnTo>
                    <a:pt x="4679" y="7562"/>
                  </a:lnTo>
                  <a:cubicBezTo>
                    <a:pt x="4644" y="7538"/>
                    <a:pt x="4632" y="7491"/>
                    <a:pt x="4644" y="7443"/>
                  </a:cubicBezTo>
                  <a:lnTo>
                    <a:pt x="4691" y="7288"/>
                  </a:lnTo>
                  <a:cubicBezTo>
                    <a:pt x="4703" y="7229"/>
                    <a:pt x="4691" y="7145"/>
                    <a:pt x="4632" y="7110"/>
                  </a:cubicBezTo>
                  <a:lnTo>
                    <a:pt x="4322" y="6871"/>
                  </a:lnTo>
                  <a:cubicBezTo>
                    <a:pt x="4287" y="6836"/>
                    <a:pt x="4275" y="6812"/>
                    <a:pt x="4275" y="6764"/>
                  </a:cubicBezTo>
                  <a:lnTo>
                    <a:pt x="4298" y="6550"/>
                  </a:lnTo>
                  <a:cubicBezTo>
                    <a:pt x="4298" y="6514"/>
                    <a:pt x="4298" y="6467"/>
                    <a:pt x="4275" y="6431"/>
                  </a:cubicBezTo>
                  <a:cubicBezTo>
                    <a:pt x="4239" y="6407"/>
                    <a:pt x="4203" y="6371"/>
                    <a:pt x="4167" y="6371"/>
                  </a:cubicBezTo>
                  <a:lnTo>
                    <a:pt x="2679" y="6264"/>
                  </a:lnTo>
                  <a:cubicBezTo>
                    <a:pt x="2620" y="6264"/>
                    <a:pt x="2572" y="6229"/>
                    <a:pt x="2536" y="6181"/>
                  </a:cubicBezTo>
                  <a:lnTo>
                    <a:pt x="2096" y="5764"/>
                  </a:lnTo>
                  <a:cubicBezTo>
                    <a:pt x="2060" y="5728"/>
                    <a:pt x="2024" y="5645"/>
                    <a:pt x="2024" y="5586"/>
                  </a:cubicBezTo>
                  <a:lnTo>
                    <a:pt x="2024" y="4990"/>
                  </a:lnTo>
                  <a:cubicBezTo>
                    <a:pt x="2024" y="4966"/>
                    <a:pt x="2036" y="4931"/>
                    <a:pt x="2060" y="4919"/>
                  </a:cubicBezTo>
                  <a:lnTo>
                    <a:pt x="2548" y="4359"/>
                  </a:lnTo>
                  <a:cubicBezTo>
                    <a:pt x="2572" y="4324"/>
                    <a:pt x="2596" y="4300"/>
                    <a:pt x="2596" y="4252"/>
                  </a:cubicBezTo>
                  <a:lnTo>
                    <a:pt x="2596" y="4121"/>
                  </a:lnTo>
                  <a:cubicBezTo>
                    <a:pt x="2596" y="4074"/>
                    <a:pt x="2620" y="4038"/>
                    <a:pt x="2655" y="4014"/>
                  </a:cubicBezTo>
                  <a:lnTo>
                    <a:pt x="3036" y="3847"/>
                  </a:lnTo>
                  <a:lnTo>
                    <a:pt x="3751" y="3835"/>
                  </a:lnTo>
                  <a:cubicBezTo>
                    <a:pt x="3763" y="3835"/>
                    <a:pt x="3786" y="3847"/>
                    <a:pt x="3786" y="3859"/>
                  </a:cubicBezTo>
                  <a:cubicBezTo>
                    <a:pt x="3798" y="3990"/>
                    <a:pt x="3906" y="4097"/>
                    <a:pt x="4025" y="4145"/>
                  </a:cubicBezTo>
                  <a:lnTo>
                    <a:pt x="4537" y="4324"/>
                  </a:lnTo>
                  <a:cubicBezTo>
                    <a:pt x="4569" y="4331"/>
                    <a:pt x="4601" y="4335"/>
                    <a:pt x="4633" y="4335"/>
                  </a:cubicBezTo>
                  <a:cubicBezTo>
                    <a:pt x="4705" y="4335"/>
                    <a:pt x="4772" y="4314"/>
                    <a:pt x="4822" y="4264"/>
                  </a:cubicBezTo>
                  <a:cubicBezTo>
                    <a:pt x="4882" y="4204"/>
                    <a:pt x="4918" y="4121"/>
                    <a:pt x="4918" y="4026"/>
                  </a:cubicBezTo>
                  <a:lnTo>
                    <a:pt x="5549" y="3978"/>
                  </a:lnTo>
                  <a:cubicBezTo>
                    <a:pt x="5668" y="3966"/>
                    <a:pt x="5787" y="3907"/>
                    <a:pt x="5870" y="3812"/>
                  </a:cubicBezTo>
                  <a:cubicBezTo>
                    <a:pt x="5941" y="3728"/>
                    <a:pt x="5965" y="3597"/>
                    <a:pt x="5941" y="3478"/>
                  </a:cubicBezTo>
                  <a:lnTo>
                    <a:pt x="5930" y="3383"/>
                  </a:lnTo>
                  <a:cubicBezTo>
                    <a:pt x="5896" y="3247"/>
                    <a:pt x="5776" y="3144"/>
                    <a:pt x="5632" y="3144"/>
                  </a:cubicBezTo>
                  <a:cubicBezTo>
                    <a:pt x="5624" y="3144"/>
                    <a:pt x="5616" y="3144"/>
                    <a:pt x="5608" y="3145"/>
                  </a:cubicBezTo>
                  <a:lnTo>
                    <a:pt x="5275" y="3181"/>
                  </a:lnTo>
                  <a:lnTo>
                    <a:pt x="5227" y="3121"/>
                  </a:lnTo>
                  <a:lnTo>
                    <a:pt x="5668" y="2669"/>
                  </a:lnTo>
                  <a:cubicBezTo>
                    <a:pt x="5727" y="2609"/>
                    <a:pt x="5727" y="2502"/>
                    <a:pt x="5668" y="2442"/>
                  </a:cubicBezTo>
                  <a:cubicBezTo>
                    <a:pt x="5638" y="2413"/>
                    <a:pt x="5599" y="2398"/>
                    <a:pt x="5560" y="2398"/>
                  </a:cubicBezTo>
                  <a:cubicBezTo>
                    <a:pt x="5522" y="2398"/>
                    <a:pt x="5483" y="2413"/>
                    <a:pt x="5453" y="2442"/>
                  </a:cubicBezTo>
                  <a:lnTo>
                    <a:pt x="4918" y="2978"/>
                  </a:lnTo>
                  <a:lnTo>
                    <a:pt x="4739" y="3061"/>
                  </a:lnTo>
                  <a:lnTo>
                    <a:pt x="4227" y="2669"/>
                  </a:lnTo>
                  <a:cubicBezTo>
                    <a:pt x="4193" y="2652"/>
                    <a:pt x="4166" y="2635"/>
                    <a:pt x="4131" y="2635"/>
                  </a:cubicBezTo>
                  <a:cubicBezTo>
                    <a:pt x="4117" y="2635"/>
                    <a:pt x="4102" y="2638"/>
                    <a:pt x="4084" y="2645"/>
                  </a:cubicBezTo>
                  <a:lnTo>
                    <a:pt x="3382" y="2859"/>
                  </a:lnTo>
                  <a:cubicBezTo>
                    <a:pt x="3370" y="2859"/>
                    <a:pt x="3334" y="2883"/>
                    <a:pt x="3322" y="2895"/>
                  </a:cubicBezTo>
                  <a:lnTo>
                    <a:pt x="3370" y="2680"/>
                  </a:lnTo>
                  <a:lnTo>
                    <a:pt x="3917" y="2288"/>
                  </a:lnTo>
                  <a:lnTo>
                    <a:pt x="4501" y="2192"/>
                  </a:lnTo>
                  <a:cubicBezTo>
                    <a:pt x="4572" y="2180"/>
                    <a:pt x="4620" y="2133"/>
                    <a:pt x="4632" y="2061"/>
                  </a:cubicBezTo>
                  <a:lnTo>
                    <a:pt x="4691" y="1597"/>
                  </a:lnTo>
                  <a:cubicBezTo>
                    <a:pt x="4691" y="1549"/>
                    <a:pt x="4691" y="1514"/>
                    <a:pt x="4656" y="1478"/>
                  </a:cubicBezTo>
                  <a:lnTo>
                    <a:pt x="4417" y="1180"/>
                  </a:lnTo>
                  <a:cubicBezTo>
                    <a:pt x="4394" y="1133"/>
                    <a:pt x="4346" y="1121"/>
                    <a:pt x="4287" y="1121"/>
                  </a:cubicBezTo>
                  <a:cubicBezTo>
                    <a:pt x="4239" y="1121"/>
                    <a:pt x="4179" y="1156"/>
                    <a:pt x="4156" y="1192"/>
                  </a:cubicBezTo>
                  <a:lnTo>
                    <a:pt x="3977" y="1454"/>
                  </a:lnTo>
                  <a:lnTo>
                    <a:pt x="3786" y="1430"/>
                  </a:lnTo>
                  <a:lnTo>
                    <a:pt x="4096" y="835"/>
                  </a:lnTo>
                  <a:lnTo>
                    <a:pt x="4417" y="835"/>
                  </a:lnTo>
                  <a:lnTo>
                    <a:pt x="4656" y="1287"/>
                  </a:lnTo>
                  <a:cubicBezTo>
                    <a:pt x="4691" y="1347"/>
                    <a:pt x="4751" y="1371"/>
                    <a:pt x="4810" y="1371"/>
                  </a:cubicBezTo>
                  <a:cubicBezTo>
                    <a:pt x="4870" y="1371"/>
                    <a:pt x="4929" y="1335"/>
                    <a:pt x="4941" y="1276"/>
                  </a:cubicBezTo>
                  <a:lnTo>
                    <a:pt x="5168" y="740"/>
                  </a:lnTo>
                  <a:cubicBezTo>
                    <a:pt x="5215" y="645"/>
                    <a:pt x="5191" y="525"/>
                    <a:pt x="5132" y="454"/>
                  </a:cubicBezTo>
                  <a:lnTo>
                    <a:pt x="5132" y="454"/>
                  </a:lnTo>
                  <a:cubicBezTo>
                    <a:pt x="5668" y="597"/>
                    <a:pt x="6168" y="859"/>
                    <a:pt x="6596" y="1216"/>
                  </a:cubicBezTo>
                  <a:cubicBezTo>
                    <a:pt x="6625" y="1240"/>
                    <a:pt x="6658" y="1250"/>
                    <a:pt x="6691" y="1250"/>
                  </a:cubicBezTo>
                  <a:cubicBezTo>
                    <a:pt x="6739" y="1250"/>
                    <a:pt x="6787" y="1228"/>
                    <a:pt x="6823" y="1192"/>
                  </a:cubicBezTo>
                  <a:cubicBezTo>
                    <a:pt x="6882" y="1121"/>
                    <a:pt x="6858" y="1037"/>
                    <a:pt x="6799" y="978"/>
                  </a:cubicBezTo>
                  <a:cubicBezTo>
                    <a:pt x="6038" y="344"/>
                    <a:pt x="5077" y="0"/>
                    <a:pt x="40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" name="Google Shape;394;p51"/>
          <p:cNvGrpSpPr/>
          <p:nvPr/>
        </p:nvGrpSpPr>
        <p:grpSpPr>
          <a:xfrm>
            <a:off x="5185854" y="3248830"/>
            <a:ext cx="439884" cy="440359"/>
            <a:chOff x="3094217" y="1976585"/>
            <a:chExt cx="350198" cy="350548"/>
          </a:xfrm>
        </p:grpSpPr>
        <p:sp>
          <p:nvSpPr>
            <p:cNvPr id="395" name="Google Shape;395;p51"/>
            <p:cNvSpPr/>
            <p:nvPr/>
          </p:nvSpPr>
          <p:spPr>
            <a:xfrm>
              <a:off x="3094217" y="2129039"/>
              <a:ext cx="131543" cy="197362"/>
            </a:xfrm>
            <a:custGeom>
              <a:rect b="b" l="l" r="r" t="t"/>
              <a:pathLst>
                <a:path extrusionOk="0" h="6201" w="4133">
                  <a:moveTo>
                    <a:pt x="2072" y="345"/>
                  </a:moveTo>
                  <a:cubicBezTo>
                    <a:pt x="2117" y="345"/>
                    <a:pt x="2162" y="348"/>
                    <a:pt x="2203" y="354"/>
                  </a:cubicBezTo>
                  <a:cubicBezTo>
                    <a:pt x="2906" y="414"/>
                    <a:pt x="3454" y="1045"/>
                    <a:pt x="3454" y="1759"/>
                  </a:cubicBezTo>
                  <a:cubicBezTo>
                    <a:pt x="3454" y="2438"/>
                    <a:pt x="3620" y="3069"/>
                    <a:pt x="3751" y="3402"/>
                  </a:cubicBezTo>
                  <a:lnTo>
                    <a:pt x="3751" y="3426"/>
                  </a:lnTo>
                  <a:cubicBezTo>
                    <a:pt x="3608" y="3509"/>
                    <a:pt x="3299" y="3688"/>
                    <a:pt x="2763" y="3807"/>
                  </a:cubicBezTo>
                  <a:lnTo>
                    <a:pt x="2763" y="3759"/>
                  </a:lnTo>
                  <a:lnTo>
                    <a:pt x="2763" y="3438"/>
                  </a:lnTo>
                  <a:cubicBezTo>
                    <a:pt x="2965" y="3319"/>
                    <a:pt x="3144" y="3140"/>
                    <a:pt x="3263" y="2926"/>
                  </a:cubicBezTo>
                  <a:cubicBezTo>
                    <a:pt x="3489" y="2533"/>
                    <a:pt x="3418" y="2021"/>
                    <a:pt x="3073" y="1712"/>
                  </a:cubicBezTo>
                  <a:cubicBezTo>
                    <a:pt x="2834" y="1485"/>
                    <a:pt x="2418" y="1235"/>
                    <a:pt x="1727" y="1235"/>
                  </a:cubicBezTo>
                  <a:cubicBezTo>
                    <a:pt x="1691" y="1235"/>
                    <a:pt x="1644" y="1247"/>
                    <a:pt x="1608" y="1283"/>
                  </a:cubicBezTo>
                  <a:lnTo>
                    <a:pt x="1275" y="1616"/>
                  </a:lnTo>
                  <a:cubicBezTo>
                    <a:pt x="1215" y="1676"/>
                    <a:pt x="1215" y="1783"/>
                    <a:pt x="1275" y="1843"/>
                  </a:cubicBezTo>
                  <a:cubicBezTo>
                    <a:pt x="1304" y="1872"/>
                    <a:pt x="1343" y="1887"/>
                    <a:pt x="1382" y="1887"/>
                  </a:cubicBezTo>
                  <a:cubicBezTo>
                    <a:pt x="1421" y="1887"/>
                    <a:pt x="1459" y="1872"/>
                    <a:pt x="1489" y="1843"/>
                  </a:cubicBezTo>
                  <a:lnTo>
                    <a:pt x="1787" y="1545"/>
                  </a:lnTo>
                  <a:cubicBezTo>
                    <a:pt x="2227" y="1557"/>
                    <a:pt x="2584" y="1700"/>
                    <a:pt x="2846" y="1938"/>
                  </a:cubicBezTo>
                  <a:cubicBezTo>
                    <a:pt x="3073" y="2140"/>
                    <a:pt x="3132" y="2485"/>
                    <a:pt x="2977" y="2747"/>
                  </a:cubicBezTo>
                  <a:cubicBezTo>
                    <a:pt x="2799" y="3081"/>
                    <a:pt x="2441" y="3283"/>
                    <a:pt x="2072" y="3283"/>
                  </a:cubicBezTo>
                  <a:cubicBezTo>
                    <a:pt x="1489" y="3283"/>
                    <a:pt x="1037" y="2831"/>
                    <a:pt x="1037" y="2247"/>
                  </a:cubicBezTo>
                  <a:cubicBezTo>
                    <a:pt x="1037" y="2152"/>
                    <a:pt x="953" y="2081"/>
                    <a:pt x="870" y="2081"/>
                  </a:cubicBezTo>
                  <a:cubicBezTo>
                    <a:pt x="775" y="2081"/>
                    <a:pt x="703" y="2152"/>
                    <a:pt x="703" y="2247"/>
                  </a:cubicBezTo>
                  <a:cubicBezTo>
                    <a:pt x="703" y="2747"/>
                    <a:pt x="989" y="3200"/>
                    <a:pt x="1394" y="3438"/>
                  </a:cubicBezTo>
                  <a:lnTo>
                    <a:pt x="1394" y="3759"/>
                  </a:lnTo>
                  <a:lnTo>
                    <a:pt x="1394" y="3807"/>
                  </a:lnTo>
                  <a:cubicBezTo>
                    <a:pt x="858" y="3688"/>
                    <a:pt x="525" y="3509"/>
                    <a:pt x="394" y="3426"/>
                  </a:cubicBezTo>
                  <a:cubicBezTo>
                    <a:pt x="394" y="3426"/>
                    <a:pt x="382" y="3426"/>
                    <a:pt x="394" y="3402"/>
                  </a:cubicBezTo>
                  <a:cubicBezTo>
                    <a:pt x="525" y="3081"/>
                    <a:pt x="691" y="2438"/>
                    <a:pt x="691" y="1759"/>
                  </a:cubicBezTo>
                  <a:cubicBezTo>
                    <a:pt x="691" y="1045"/>
                    <a:pt x="1239" y="414"/>
                    <a:pt x="1941" y="354"/>
                  </a:cubicBezTo>
                  <a:cubicBezTo>
                    <a:pt x="1983" y="348"/>
                    <a:pt x="2028" y="345"/>
                    <a:pt x="2072" y="345"/>
                  </a:cubicBezTo>
                  <a:close/>
                  <a:moveTo>
                    <a:pt x="2430" y="3581"/>
                  </a:moveTo>
                  <a:lnTo>
                    <a:pt x="2430" y="3783"/>
                  </a:lnTo>
                  <a:cubicBezTo>
                    <a:pt x="2430" y="3974"/>
                    <a:pt x="2537" y="4152"/>
                    <a:pt x="2715" y="4224"/>
                  </a:cubicBezTo>
                  <a:lnTo>
                    <a:pt x="2822" y="4271"/>
                  </a:lnTo>
                  <a:cubicBezTo>
                    <a:pt x="2656" y="4509"/>
                    <a:pt x="2370" y="4676"/>
                    <a:pt x="2072" y="4676"/>
                  </a:cubicBezTo>
                  <a:cubicBezTo>
                    <a:pt x="1775" y="4676"/>
                    <a:pt x="1489" y="4509"/>
                    <a:pt x="1334" y="4271"/>
                  </a:cubicBezTo>
                  <a:lnTo>
                    <a:pt x="1429" y="4224"/>
                  </a:lnTo>
                  <a:cubicBezTo>
                    <a:pt x="1608" y="4140"/>
                    <a:pt x="1715" y="3974"/>
                    <a:pt x="1715" y="3783"/>
                  </a:cubicBezTo>
                  <a:lnTo>
                    <a:pt x="1715" y="3581"/>
                  </a:lnTo>
                  <a:cubicBezTo>
                    <a:pt x="1834" y="3617"/>
                    <a:pt x="1953" y="3628"/>
                    <a:pt x="2072" y="3628"/>
                  </a:cubicBezTo>
                  <a:cubicBezTo>
                    <a:pt x="2191" y="3628"/>
                    <a:pt x="2311" y="3617"/>
                    <a:pt x="2430" y="3581"/>
                  </a:cubicBezTo>
                  <a:close/>
                  <a:moveTo>
                    <a:pt x="2065" y="0"/>
                  </a:moveTo>
                  <a:cubicBezTo>
                    <a:pt x="2010" y="0"/>
                    <a:pt x="1953" y="3"/>
                    <a:pt x="1894" y="9"/>
                  </a:cubicBezTo>
                  <a:cubicBezTo>
                    <a:pt x="1037" y="92"/>
                    <a:pt x="346" y="842"/>
                    <a:pt x="346" y="1735"/>
                  </a:cubicBezTo>
                  <a:cubicBezTo>
                    <a:pt x="346" y="2378"/>
                    <a:pt x="203" y="2962"/>
                    <a:pt x="60" y="3271"/>
                  </a:cubicBezTo>
                  <a:cubicBezTo>
                    <a:pt x="1" y="3426"/>
                    <a:pt x="48" y="3581"/>
                    <a:pt x="179" y="3676"/>
                  </a:cubicBezTo>
                  <a:cubicBezTo>
                    <a:pt x="310" y="3759"/>
                    <a:pt x="584" y="3926"/>
                    <a:pt x="1013" y="4045"/>
                  </a:cubicBezTo>
                  <a:lnTo>
                    <a:pt x="382" y="4379"/>
                  </a:lnTo>
                  <a:cubicBezTo>
                    <a:pt x="144" y="4498"/>
                    <a:pt x="1" y="4712"/>
                    <a:pt x="1" y="4986"/>
                  </a:cubicBezTo>
                  <a:lnTo>
                    <a:pt x="1" y="6045"/>
                  </a:lnTo>
                  <a:cubicBezTo>
                    <a:pt x="1" y="6129"/>
                    <a:pt x="84" y="6200"/>
                    <a:pt x="167" y="6200"/>
                  </a:cubicBezTo>
                  <a:cubicBezTo>
                    <a:pt x="263" y="6200"/>
                    <a:pt x="334" y="6129"/>
                    <a:pt x="334" y="6045"/>
                  </a:cubicBezTo>
                  <a:lnTo>
                    <a:pt x="334" y="4974"/>
                  </a:lnTo>
                  <a:cubicBezTo>
                    <a:pt x="334" y="4831"/>
                    <a:pt x="406" y="4712"/>
                    <a:pt x="525" y="4652"/>
                  </a:cubicBezTo>
                  <a:lnTo>
                    <a:pt x="1037" y="4402"/>
                  </a:lnTo>
                  <a:cubicBezTo>
                    <a:pt x="1239" y="4760"/>
                    <a:pt x="1644" y="4986"/>
                    <a:pt x="2060" y="4986"/>
                  </a:cubicBezTo>
                  <a:cubicBezTo>
                    <a:pt x="2489" y="4986"/>
                    <a:pt x="2882" y="4760"/>
                    <a:pt x="3084" y="4402"/>
                  </a:cubicBezTo>
                  <a:lnTo>
                    <a:pt x="3596" y="4652"/>
                  </a:lnTo>
                  <a:cubicBezTo>
                    <a:pt x="3704" y="4712"/>
                    <a:pt x="3787" y="4831"/>
                    <a:pt x="3787" y="4974"/>
                  </a:cubicBezTo>
                  <a:lnTo>
                    <a:pt x="3787" y="6022"/>
                  </a:lnTo>
                  <a:cubicBezTo>
                    <a:pt x="3787" y="6117"/>
                    <a:pt x="3858" y="6188"/>
                    <a:pt x="3954" y="6188"/>
                  </a:cubicBezTo>
                  <a:cubicBezTo>
                    <a:pt x="4037" y="6188"/>
                    <a:pt x="4108" y="6117"/>
                    <a:pt x="4108" y="6022"/>
                  </a:cubicBezTo>
                  <a:lnTo>
                    <a:pt x="4108" y="4974"/>
                  </a:lnTo>
                  <a:cubicBezTo>
                    <a:pt x="4132" y="4712"/>
                    <a:pt x="3977" y="4474"/>
                    <a:pt x="3739" y="4379"/>
                  </a:cubicBezTo>
                  <a:lnTo>
                    <a:pt x="3096" y="4045"/>
                  </a:lnTo>
                  <a:cubicBezTo>
                    <a:pt x="3537" y="3926"/>
                    <a:pt x="3799" y="3759"/>
                    <a:pt x="3930" y="3676"/>
                  </a:cubicBezTo>
                  <a:cubicBezTo>
                    <a:pt x="4073" y="3581"/>
                    <a:pt x="4108" y="3426"/>
                    <a:pt x="4049" y="3271"/>
                  </a:cubicBezTo>
                  <a:cubicBezTo>
                    <a:pt x="3918" y="2962"/>
                    <a:pt x="3775" y="2378"/>
                    <a:pt x="3775" y="1735"/>
                  </a:cubicBezTo>
                  <a:cubicBezTo>
                    <a:pt x="3775" y="866"/>
                    <a:pt x="3084" y="104"/>
                    <a:pt x="2227" y="9"/>
                  </a:cubicBezTo>
                  <a:cubicBezTo>
                    <a:pt x="2174" y="3"/>
                    <a:pt x="2120" y="0"/>
                    <a:pt x="2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1"/>
            <p:cNvSpPr/>
            <p:nvPr/>
          </p:nvSpPr>
          <p:spPr>
            <a:xfrm>
              <a:off x="3116592" y="2293778"/>
              <a:ext cx="10630" cy="32241"/>
            </a:xfrm>
            <a:custGeom>
              <a:rect b="b" l="l" r="r" t="t"/>
              <a:pathLst>
                <a:path extrusionOk="0" h="1013" w="334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67" y="1012"/>
                  </a:cubicBezTo>
                  <a:cubicBezTo>
                    <a:pt x="250" y="1012"/>
                    <a:pt x="334" y="941"/>
                    <a:pt x="334" y="846"/>
                  </a:cubicBezTo>
                  <a:lnTo>
                    <a:pt x="334" y="167"/>
                  </a:lnTo>
                  <a:cubicBezTo>
                    <a:pt x="310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1"/>
            <p:cNvSpPr/>
            <p:nvPr/>
          </p:nvSpPr>
          <p:spPr>
            <a:xfrm>
              <a:off x="3193519" y="2293778"/>
              <a:ext cx="10248" cy="32241"/>
            </a:xfrm>
            <a:custGeom>
              <a:rect b="b" l="l" r="r" t="t"/>
              <a:pathLst>
                <a:path extrusionOk="0" h="1013" w="322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55" y="1012"/>
                  </a:cubicBezTo>
                  <a:cubicBezTo>
                    <a:pt x="250" y="1012"/>
                    <a:pt x="322" y="941"/>
                    <a:pt x="322" y="846"/>
                  </a:cubicBezTo>
                  <a:lnTo>
                    <a:pt x="322" y="167"/>
                  </a:lnTo>
                  <a:cubicBezTo>
                    <a:pt x="310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1"/>
            <p:cNvSpPr/>
            <p:nvPr/>
          </p:nvSpPr>
          <p:spPr>
            <a:xfrm>
              <a:off x="3346227" y="2166755"/>
              <a:ext cx="54966" cy="18301"/>
            </a:xfrm>
            <a:custGeom>
              <a:rect b="b" l="l" r="r" t="t"/>
              <a:pathLst>
                <a:path extrusionOk="0" h="575" w="1727">
                  <a:moveTo>
                    <a:pt x="646" y="0"/>
                  </a:moveTo>
                  <a:cubicBezTo>
                    <a:pt x="494" y="0"/>
                    <a:pt x="326" y="15"/>
                    <a:pt x="143" y="50"/>
                  </a:cubicBezTo>
                  <a:cubicBezTo>
                    <a:pt x="60" y="62"/>
                    <a:pt x="0" y="122"/>
                    <a:pt x="0" y="217"/>
                  </a:cubicBezTo>
                  <a:lnTo>
                    <a:pt x="0" y="396"/>
                  </a:lnTo>
                  <a:cubicBezTo>
                    <a:pt x="0" y="479"/>
                    <a:pt x="84" y="550"/>
                    <a:pt x="167" y="550"/>
                  </a:cubicBezTo>
                  <a:cubicBezTo>
                    <a:pt x="262" y="550"/>
                    <a:pt x="334" y="479"/>
                    <a:pt x="334" y="396"/>
                  </a:cubicBezTo>
                  <a:lnTo>
                    <a:pt x="334" y="360"/>
                  </a:lnTo>
                  <a:cubicBezTo>
                    <a:pt x="445" y="344"/>
                    <a:pt x="549" y="338"/>
                    <a:pt x="645" y="338"/>
                  </a:cubicBezTo>
                  <a:cubicBezTo>
                    <a:pt x="845" y="338"/>
                    <a:pt x="1007" y="367"/>
                    <a:pt x="1120" y="407"/>
                  </a:cubicBezTo>
                  <a:cubicBezTo>
                    <a:pt x="1334" y="467"/>
                    <a:pt x="1453" y="538"/>
                    <a:pt x="1453" y="538"/>
                  </a:cubicBezTo>
                  <a:cubicBezTo>
                    <a:pt x="1477" y="550"/>
                    <a:pt x="1512" y="574"/>
                    <a:pt x="1536" y="574"/>
                  </a:cubicBezTo>
                  <a:cubicBezTo>
                    <a:pt x="1584" y="574"/>
                    <a:pt x="1643" y="538"/>
                    <a:pt x="1667" y="491"/>
                  </a:cubicBezTo>
                  <a:cubicBezTo>
                    <a:pt x="1727" y="396"/>
                    <a:pt x="1715" y="288"/>
                    <a:pt x="1643" y="241"/>
                  </a:cubicBezTo>
                  <a:cubicBezTo>
                    <a:pt x="1615" y="231"/>
                    <a:pt x="1258" y="0"/>
                    <a:pt x="6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1"/>
            <p:cNvSpPr/>
            <p:nvPr/>
          </p:nvSpPr>
          <p:spPr>
            <a:xfrm>
              <a:off x="3302655" y="2134991"/>
              <a:ext cx="141760" cy="192143"/>
            </a:xfrm>
            <a:custGeom>
              <a:rect b="b" l="l" r="r" t="t"/>
              <a:pathLst>
                <a:path extrusionOk="0" h="6037" w="4454">
                  <a:moveTo>
                    <a:pt x="3453" y="334"/>
                  </a:moveTo>
                  <a:lnTo>
                    <a:pt x="3453" y="1132"/>
                  </a:lnTo>
                  <a:cubicBezTo>
                    <a:pt x="3453" y="1263"/>
                    <a:pt x="3429" y="1405"/>
                    <a:pt x="3370" y="1525"/>
                  </a:cubicBezTo>
                  <a:lnTo>
                    <a:pt x="3310" y="1644"/>
                  </a:lnTo>
                  <a:cubicBezTo>
                    <a:pt x="3298" y="1667"/>
                    <a:pt x="3298" y="1691"/>
                    <a:pt x="3298" y="1715"/>
                  </a:cubicBezTo>
                  <a:lnTo>
                    <a:pt x="3298" y="2060"/>
                  </a:lnTo>
                  <a:cubicBezTo>
                    <a:pt x="3274" y="2346"/>
                    <a:pt x="3155" y="2608"/>
                    <a:pt x="2953" y="2799"/>
                  </a:cubicBezTo>
                  <a:cubicBezTo>
                    <a:pt x="2739" y="3001"/>
                    <a:pt x="2477" y="3096"/>
                    <a:pt x="2191" y="3096"/>
                  </a:cubicBezTo>
                  <a:cubicBezTo>
                    <a:pt x="1643" y="3084"/>
                    <a:pt x="1179" y="2596"/>
                    <a:pt x="1179" y="2013"/>
                  </a:cubicBezTo>
                  <a:lnTo>
                    <a:pt x="1179" y="1715"/>
                  </a:lnTo>
                  <a:cubicBezTo>
                    <a:pt x="1179" y="1691"/>
                    <a:pt x="1179" y="1667"/>
                    <a:pt x="1167" y="1644"/>
                  </a:cubicBezTo>
                  <a:lnTo>
                    <a:pt x="1107" y="1525"/>
                  </a:lnTo>
                  <a:cubicBezTo>
                    <a:pt x="1048" y="1405"/>
                    <a:pt x="1012" y="1275"/>
                    <a:pt x="1012" y="1132"/>
                  </a:cubicBezTo>
                  <a:cubicBezTo>
                    <a:pt x="1012" y="691"/>
                    <a:pt x="1369" y="334"/>
                    <a:pt x="1822" y="334"/>
                  </a:cubicBezTo>
                  <a:close/>
                  <a:moveTo>
                    <a:pt x="2762" y="3310"/>
                  </a:moveTo>
                  <a:lnTo>
                    <a:pt x="2762" y="3537"/>
                  </a:lnTo>
                  <a:cubicBezTo>
                    <a:pt x="2762" y="3572"/>
                    <a:pt x="2774" y="3620"/>
                    <a:pt x="2774" y="3680"/>
                  </a:cubicBezTo>
                  <a:lnTo>
                    <a:pt x="2239" y="4096"/>
                  </a:lnTo>
                  <a:lnTo>
                    <a:pt x="1691" y="3680"/>
                  </a:lnTo>
                  <a:cubicBezTo>
                    <a:pt x="1703" y="3632"/>
                    <a:pt x="1703" y="3584"/>
                    <a:pt x="1703" y="3537"/>
                  </a:cubicBezTo>
                  <a:lnTo>
                    <a:pt x="1703" y="3310"/>
                  </a:lnTo>
                  <a:cubicBezTo>
                    <a:pt x="1846" y="3370"/>
                    <a:pt x="2012" y="3406"/>
                    <a:pt x="2191" y="3406"/>
                  </a:cubicBezTo>
                  <a:lnTo>
                    <a:pt x="2239" y="3406"/>
                  </a:lnTo>
                  <a:cubicBezTo>
                    <a:pt x="2417" y="3406"/>
                    <a:pt x="2596" y="3382"/>
                    <a:pt x="2762" y="3310"/>
                  </a:cubicBezTo>
                  <a:close/>
                  <a:moveTo>
                    <a:pt x="1822" y="1"/>
                  </a:moveTo>
                  <a:cubicBezTo>
                    <a:pt x="1191" y="1"/>
                    <a:pt x="703" y="513"/>
                    <a:pt x="703" y="1120"/>
                  </a:cubicBezTo>
                  <a:cubicBezTo>
                    <a:pt x="703" y="1298"/>
                    <a:pt x="750" y="1489"/>
                    <a:pt x="822" y="1656"/>
                  </a:cubicBezTo>
                  <a:lnTo>
                    <a:pt x="869" y="1751"/>
                  </a:lnTo>
                  <a:lnTo>
                    <a:pt x="869" y="2001"/>
                  </a:lnTo>
                  <a:cubicBezTo>
                    <a:pt x="869" y="2441"/>
                    <a:pt x="1072" y="2846"/>
                    <a:pt x="1381" y="3096"/>
                  </a:cubicBezTo>
                  <a:lnTo>
                    <a:pt x="1381" y="3537"/>
                  </a:lnTo>
                  <a:cubicBezTo>
                    <a:pt x="1381" y="3608"/>
                    <a:pt x="1346" y="3680"/>
                    <a:pt x="1274" y="3703"/>
                  </a:cubicBezTo>
                  <a:lnTo>
                    <a:pt x="453" y="4025"/>
                  </a:lnTo>
                  <a:cubicBezTo>
                    <a:pt x="179" y="4132"/>
                    <a:pt x="0" y="4382"/>
                    <a:pt x="0" y="4668"/>
                  </a:cubicBezTo>
                  <a:lnTo>
                    <a:pt x="0" y="5858"/>
                  </a:lnTo>
                  <a:cubicBezTo>
                    <a:pt x="0" y="5942"/>
                    <a:pt x="83" y="6013"/>
                    <a:pt x="167" y="6013"/>
                  </a:cubicBezTo>
                  <a:cubicBezTo>
                    <a:pt x="262" y="6013"/>
                    <a:pt x="334" y="5942"/>
                    <a:pt x="334" y="5858"/>
                  </a:cubicBezTo>
                  <a:lnTo>
                    <a:pt x="334" y="4668"/>
                  </a:lnTo>
                  <a:cubicBezTo>
                    <a:pt x="334" y="4513"/>
                    <a:pt x="417" y="4382"/>
                    <a:pt x="560" y="4334"/>
                  </a:cubicBezTo>
                  <a:lnTo>
                    <a:pt x="1369" y="4025"/>
                  </a:lnTo>
                  <a:cubicBezTo>
                    <a:pt x="1417" y="4001"/>
                    <a:pt x="1465" y="3977"/>
                    <a:pt x="1488" y="3965"/>
                  </a:cubicBezTo>
                  <a:lnTo>
                    <a:pt x="2060" y="4394"/>
                  </a:lnTo>
                  <a:lnTo>
                    <a:pt x="2060" y="5870"/>
                  </a:lnTo>
                  <a:cubicBezTo>
                    <a:pt x="2060" y="5954"/>
                    <a:pt x="2131" y="6037"/>
                    <a:pt x="2215" y="6037"/>
                  </a:cubicBezTo>
                  <a:cubicBezTo>
                    <a:pt x="2310" y="6037"/>
                    <a:pt x="2381" y="5954"/>
                    <a:pt x="2381" y="5870"/>
                  </a:cubicBezTo>
                  <a:lnTo>
                    <a:pt x="2381" y="4394"/>
                  </a:lnTo>
                  <a:lnTo>
                    <a:pt x="2953" y="3965"/>
                  </a:lnTo>
                  <a:cubicBezTo>
                    <a:pt x="2977" y="3989"/>
                    <a:pt x="3024" y="4013"/>
                    <a:pt x="3072" y="4025"/>
                  </a:cubicBezTo>
                  <a:lnTo>
                    <a:pt x="3882" y="4334"/>
                  </a:lnTo>
                  <a:cubicBezTo>
                    <a:pt x="4024" y="4382"/>
                    <a:pt x="4108" y="4513"/>
                    <a:pt x="4108" y="4668"/>
                  </a:cubicBezTo>
                  <a:lnTo>
                    <a:pt x="4108" y="5858"/>
                  </a:lnTo>
                  <a:cubicBezTo>
                    <a:pt x="4108" y="5942"/>
                    <a:pt x="4179" y="6013"/>
                    <a:pt x="4274" y="6013"/>
                  </a:cubicBezTo>
                  <a:cubicBezTo>
                    <a:pt x="4358" y="6013"/>
                    <a:pt x="4441" y="5942"/>
                    <a:pt x="4441" y="5858"/>
                  </a:cubicBezTo>
                  <a:lnTo>
                    <a:pt x="4441" y="4668"/>
                  </a:lnTo>
                  <a:cubicBezTo>
                    <a:pt x="4453" y="4382"/>
                    <a:pt x="4274" y="4108"/>
                    <a:pt x="4024" y="4025"/>
                  </a:cubicBezTo>
                  <a:lnTo>
                    <a:pt x="3203" y="3703"/>
                  </a:lnTo>
                  <a:cubicBezTo>
                    <a:pt x="3131" y="3680"/>
                    <a:pt x="3084" y="3620"/>
                    <a:pt x="3084" y="3537"/>
                  </a:cubicBezTo>
                  <a:lnTo>
                    <a:pt x="3084" y="3108"/>
                  </a:lnTo>
                  <a:cubicBezTo>
                    <a:pt x="3120" y="3084"/>
                    <a:pt x="3155" y="3060"/>
                    <a:pt x="3191" y="3025"/>
                  </a:cubicBezTo>
                  <a:cubicBezTo>
                    <a:pt x="3453" y="2775"/>
                    <a:pt x="3608" y="2418"/>
                    <a:pt x="3608" y="2037"/>
                  </a:cubicBezTo>
                  <a:lnTo>
                    <a:pt x="3608" y="1727"/>
                  </a:lnTo>
                  <a:lnTo>
                    <a:pt x="3655" y="1644"/>
                  </a:lnTo>
                  <a:cubicBezTo>
                    <a:pt x="3739" y="1477"/>
                    <a:pt x="3774" y="1298"/>
                    <a:pt x="3774" y="1108"/>
                  </a:cubicBezTo>
                  <a:lnTo>
                    <a:pt x="3774" y="167"/>
                  </a:lnTo>
                  <a:cubicBezTo>
                    <a:pt x="3774" y="84"/>
                    <a:pt x="3691" y="1"/>
                    <a:pt x="36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51"/>
            <p:cNvSpPr/>
            <p:nvPr/>
          </p:nvSpPr>
          <p:spPr>
            <a:xfrm>
              <a:off x="3330313" y="2288463"/>
              <a:ext cx="10248" cy="37938"/>
            </a:xfrm>
            <a:custGeom>
              <a:rect b="b" l="l" r="r" t="t"/>
              <a:pathLst>
                <a:path extrusionOk="0" h="1192" w="322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1036"/>
                  </a:lnTo>
                  <a:cubicBezTo>
                    <a:pt x="0" y="1120"/>
                    <a:pt x="72" y="1191"/>
                    <a:pt x="167" y="1191"/>
                  </a:cubicBezTo>
                  <a:cubicBezTo>
                    <a:pt x="250" y="1191"/>
                    <a:pt x="322" y="1120"/>
                    <a:pt x="322" y="1036"/>
                  </a:cubicBezTo>
                  <a:lnTo>
                    <a:pt x="322" y="167"/>
                  </a:lnTo>
                  <a:cubicBezTo>
                    <a:pt x="310" y="84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1"/>
            <p:cNvSpPr/>
            <p:nvPr/>
          </p:nvSpPr>
          <p:spPr>
            <a:xfrm>
              <a:off x="3406859" y="2288463"/>
              <a:ext cx="10630" cy="37938"/>
            </a:xfrm>
            <a:custGeom>
              <a:rect b="b" l="l" r="r" t="t"/>
              <a:pathLst>
                <a:path extrusionOk="0" h="1192" w="334">
                  <a:moveTo>
                    <a:pt x="167" y="1"/>
                  </a:moveTo>
                  <a:cubicBezTo>
                    <a:pt x="84" y="1"/>
                    <a:pt x="0" y="84"/>
                    <a:pt x="0" y="167"/>
                  </a:cubicBezTo>
                  <a:lnTo>
                    <a:pt x="0" y="1036"/>
                  </a:lnTo>
                  <a:cubicBezTo>
                    <a:pt x="0" y="1120"/>
                    <a:pt x="84" y="1191"/>
                    <a:pt x="167" y="1191"/>
                  </a:cubicBezTo>
                  <a:cubicBezTo>
                    <a:pt x="262" y="1191"/>
                    <a:pt x="334" y="1120"/>
                    <a:pt x="334" y="1036"/>
                  </a:cubicBezTo>
                  <a:lnTo>
                    <a:pt x="334" y="167"/>
                  </a:lnTo>
                  <a:cubicBezTo>
                    <a:pt x="322" y="84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51"/>
            <p:cNvSpPr/>
            <p:nvPr/>
          </p:nvSpPr>
          <p:spPr>
            <a:xfrm>
              <a:off x="3149183" y="1976585"/>
              <a:ext cx="219419" cy="183072"/>
            </a:xfrm>
            <a:custGeom>
              <a:rect b="b" l="l" r="r" t="t"/>
              <a:pathLst>
                <a:path extrusionOk="0" h="5752" w="6894">
                  <a:moveTo>
                    <a:pt x="2369" y="4108"/>
                  </a:moveTo>
                  <a:lnTo>
                    <a:pt x="2286" y="4466"/>
                  </a:lnTo>
                  <a:lnTo>
                    <a:pt x="2060" y="4466"/>
                  </a:lnTo>
                  <a:cubicBezTo>
                    <a:pt x="1869" y="4466"/>
                    <a:pt x="1703" y="4299"/>
                    <a:pt x="1703" y="4108"/>
                  </a:cubicBezTo>
                  <a:close/>
                  <a:moveTo>
                    <a:pt x="5513" y="310"/>
                  </a:moveTo>
                  <a:cubicBezTo>
                    <a:pt x="5703" y="310"/>
                    <a:pt x="5870" y="477"/>
                    <a:pt x="5870" y="667"/>
                  </a:cubicBezTo>
                  <a:lnTo>
                    <a:pt x="5870" y="3418"/>
                  </a:lnTo>
                  <a:cubicBezTo>
                    <a:pt x="5870" y="3608"/>
                    <a:pt x="5703" y="3775"/>
                    <a:pt x="5513" y="3775"/>
                  </a:cubicBezTo>
                  <a:lnTo>
                    <a:pt x="4132" y="3775"/>
                  </a:lnTo>
                  <a:cubicBezTo>
                    <a:pt x="4096" y="3775"/>
                    <a:pt x="4048" y="3787"/>
                    <a:pt x="4036" y="3811"/>
                  </a:cubicBezTo>
                  <a:lnTo>
                    <a:pt x="2500" y="4918"/>
                  </a:lnTo>
                  <a:lnTo>
                    <a:pt x="2739" y="3966"/>
                  </a:lnTo>
                  <a:cubicBezTo>
                    <a:pt x="2762" y="3930"/>
                    <a:pt x="2739" y="3870"/>
                    <a:pt x="2715" y="3835"/>
                  </a:cubicBezTo>
                  <a:cubicBezTo>
                    <a:pt x="2679" y="3787"/>
                    <a:pt x="2643" y="3775"/>
                    <a:pt x="2584" y="3775"/>
                  </a:cubicBezTo>
                  <a:lnTo>
                    <a:pt x="691" y="3775"/>
                  </a:lnTo>
                  <a:cubicBezTo>
                    <a:pt x="500" y="3775"/>
                    <a:pt x="333" y="3608"/>
                    <a:pt x="333" y="3418"/>
                  </a:cubicBezTo>
                  <a:lnTo>
                    <a:pt x="333" y="667"/>
                  </a:lnTo>
                  <a:cubicBezTo>
                    <a:pt x="333" y="477"/>
                    <a:pt x="500" y="310"/>
                    <a:pt x="691" y="310"/>
                  </a:cubicBezTo>
                  <a:close/>
                  <a:moveTo>
                    <a:pt x="6215" y="989"/>
                  </a:moveTo>
                  <a:cubicBezTo>
                    <a:pt x="6406" y="989"/>
                    <a:pt x="6572" y="1156"/>
                    <a:pt x="6572" y="1346"/>
                  </a:cubicBezTo>
                  <a:lnTo>
                    <a:pt x="6572" y="4108"/>
                  </a:lnTo>
                  <a:lnTo>
                    <a:pt x="6549" y="4108"/>
                  </a:lnTo>
                  <a:cubicBezTo>
                    <a:pt x="6549" y="4299"/>
                    <a:pt x="6394" y="4466"/>
                    <a:pt x="6191" y="4466"/>
                  </a:cubicBezTo>
                  <a:lnTo>
                    <a:pt x="4810" y="4466"/>
                  </a:lnTo>
                  <a:cubicBezTo>
                    <a:pt x="4763" y="4466"/>
                    <a:pt x="4727" y="4477"/>
                    <a:pt x="4691" y="4513"/>
                  </a:cubicBezTo>
                  <a:cubicBezTo>
                    <a:pt x="4667" y="4549"/>
                    <a:pt x="4644" y="4608"/>
                    <a:pt x="4667" y="4656"/>
                  </a:cubicBezTo>
                  <a:lnTo>
                    <a:pt x="4763" y="5323"/>
                  </a:lnTo>
                  <a:lnTo>
                    <a:pt x="3596" y="4537"/>
                  </a:lnTo>
                  <a:lnTo>
                    <a:pt x="4191" y="4096"/>
                  </a:lnTo>
                  <a:lnTo>
                    <a:pt x="5513" y="4096"/>
                  </a:lnTo>
                  <a:cubicBezTo>
                    <a:pt x="5882" y="4096"/>
                    <a:pt x="6191" y="3799"/>
                    <a:pt x="6191" y="3418"/>
                  </a:cubicBezTo>
                  <a:lnTo>
                    <a:pt x="6191" y="989"/>
                  </a:lnTo>
                  <a:close/>
                  <a:moveTo>
                    <a:pt x="691" y="1"/>
                  </a:moveTo>
                  <a:cubicBezTo>
                    <a:pt x="322" y="1"/>
                    <a:pt x="0" y="298"/>
                    <a:pt x="0" y="679"/>
                  </a:cubicBezTo>
                  <a:lnTo>
                    <a:pt x="0" y="3430"/>
                  </a:lnTo>
                  <a:cubicBezTo>
                    <a:pt x="0" y="3811"/>
                    <a:pt x="298" y="4120"/>
                    <a:pt x="691" y="4120"/>
                  </a:cubicBezTo>
                  <a:lnTo>
                    <a:pt x="1393" y="4120"/>
                  </a:lnTo>
                  <a:lnTo>
                    <a:pt x="1393" y="4132"/>
                  </a:lnTo>
                  <a:cubicBezTo>
                    <a:pt x="1393" y="4501"/>
                    <a:pt x="1691" y="4823"/>
                    <a:pt x="2072" y="4823"/>
                  </a:cubicBezTo>
                  <a:lnTo>
                    <a:pt x="2203" y="4823"/>
                  </a:lnTo>
                  <a:lnTo>
                    <a:pt x="2143" y="5073"/>
                  </a:lnTo>
                  <a:cubicBezTo>
                    <a:pt x="2119" y="5180"/>
                    <a:pt x="2167" y="5275"/>
                    <a:pt x="2250" y="5335"/>
                  </a:cubicBezTo>
                  <a:cubicBezTo>
                    <a:pt x="2298" y="5370"/>
                    <a:pt x="2346" y="5382"/>
                    <a:pt x="2381" y="5382"/>
                  </a:cubicBezTo>
                  <a:cubicBezTo>
                    <a:pt x="2429" y="5382"/>
                    <a:pt x="2489" y="5370"/>
                    <a:pt x="2536" y="5335"/>
                  </a:cubicBezTo>
                  <a:lnTo>
                    <a:pt x="3251" y="4823"/>
                  </a:lnTo>
                  <a:lnTo>
                    <a:pt x="3417" y="4823"/>
                  </a:lnTo>
                  <a:lnTo>
                    <a:pt x="4751" y="5716"/>
                  </a:lnTo>
                  <a:cubicBezTo>
                    <a:pt x="4798" y="5740"/>
                    <a:pt x="4846" y="5751"/>
                    <a:pt x="4882" y="5751"/>
                  </a:cubicBezTo>
                  <a:cubicBezTo>
                    <a:pt x="4929" y="5751"/>
                    <a:pt x="4977" y="5740"/>
                    <a:pt x="5025" y="5716"/>
                  </a:cubicBezTo>
                  <a:cubicBezTo>
                    <a:pt x="5108" y="5656"/>
                    <a:pt x="5144" y="5561"/>
                    <a:pt x="5120" y="5454"/>
                  </a:cubicBezTo>
                  <a:lnTo>
                    <a:pt x="5025" y="4799"/>
                  </a:lnTo>
                  <a:lnTo>
                    <a:pt x="6215" y="4799"/>
                  </a:lnTo>
                  <a:cubicBezTo>
                    <a:pt x="6584" y="4799"/>
                    <a:pt x="6894" y="4501"/>
                    <a:pt x="6894" y="4120"/>
                  </a:cubicBezTo>
                  <a:lnTo>
                    <a:pt x="6894" y="1370"/>
                  </a:lnTo>
                  <a:cubicBezTo>
                    <a:pt x="6870" y="977"/>
                    <a:pt x="6572" y="679"/>
                    <a:pt x="6191" y="679"/>
                  </a:cubicBezTo>
                  <a:cubicBezTo>
                    <a:pt x="6179" y="298"/>
                    <a:pt x="5882" y="1"/>
                    <a:pt x="55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1"/>
            <p:cNvSpPr/>
            <p:nvPr/>
          </p:nvSpPr>
          <p:spPr>
            <a:xfrm>
              <a:off x="3187822" y="2009177"/>
              <a:ext cx="26926" cy="10280"/>
            </a:xfrm>
            <a:custGeom>
              <a:rect b="b" l="l" r="r" t="t"/>
              <a:pathLst>
                <a:path extrusionOk="0" h="323" w="846">
                  <a:moveTo>
                    <a:pt x="155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55" y="322"/>
                  </a:cubicBezTo>
                  <a:lnTo>
                    <a:pt x="679" y="322"/>
                  </a:lnTo>
                  <a:cubicBezTo>
                    <a:pt x="774" y="322"/>
                    <a:pt x="846" y="251"/>
                    <a:pt x="846" y="167"/>
                  </a:cubicBezTo>
                  <a:cubicBezTo>
                    <a:pt x="846" y="72"/>
                    <a:pt x="774" y="1"/>
                    <a:pt x="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1"/>
            <p:cNvSpPr/>
            <p:nvPr/>
          </p:nvSpPr>
          <p:spPr>
            <a:xfrm>
              <a:off x="3226110" y="2009177"/>
              <a:ext cx="81478" cy="10280"/>
            </a:xfrm>
            <a:custGeom>
              <a:rect b="b" l="l" r="r" t="t"/>
              <a:pathLst>
                <a:path extrusionOk="0" h="323" w="256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2393" y="322"/>
                  </a:lnTo>
                  <a:cubicBezTo>
                    <a:pt x="2488" y="322"/>
                    <a:pt x="2560" y="251"/>
                    <a:pt x="2560" y="167"/>
                  </a:cubicBezTo>
                  <a:cubicBezTo>
                    <a:pt x="2560" y="72"/>
                    <a:pt x="2488" y="1"/>
                    <a:pt x="2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1"/>
            <p:cNvSpPr/>
            <p:nvPr/>
          </p:nvSpPr>
          <p:spPr>
            <a:xfrm>
              <a:off x="3187822" y="2036453"/>
              <a:ext cx="119767" cy="10662"/>
            </a:xfrm>
            <a:custGeom>
              <a:rect b="b" l="l" r="r" t="t"/>
              <a:pathLst>
                <a:path extrusionOk="0" h="335" w="3763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5" y="334"/>
                  </a:cubicBezTo>
                  <a:lnTo>
                    <a:pt x="3596" y="334"/>
                  </a:lnTo>
                  <a:cubicBezTo>
                    <a:pt x="3691" y="334"/>
                    <a:pt x="3763" y="263"/>
                    <a:pt x="3763" y="168"/>
                  </a:cubicBezTo>
                  <a:cubicBezTo>
                    <a:pt x="3763" y="84"/>
                    <a:pt x="3691" y="1"/>
                    <a:pt x="35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1"/>
            <p:cNvSpPr/>
            <p:nvPr/>
          </p:nvSpPr>
          <p:spPr>
            <a:xfrm>
              <a:off x="3187822" y="2064143"/>
              <a:ext cx="81510" cy="10248"/>
            </a:xfrm>
            <a:custGeom>
              <a:rect b="b" l="l" r="r" t="t"/>
              <a:pathLst>
                <a:path extrusionOk="0" h="322" w="2561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2394" y="322"/>
                  </a:lnTo>
                  <a:cubicBezTo>
                    <a:pt x="2477" y="322"/>
                    <a:pt x="2560" y="250"/>
                    <a:pt x="2560" y="167"/>
                  </a:cubicBezTo>
                  <a:cubicBezTo>
                    <a:pt x="2560" y="72"/>
                    <a:pt x="2477" y="0"/>
                    <a:pt x="23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1"/>
            <p:cNvSpPr/>
            <p:nvPr/>
          </p:nvSpPr>
          <p:spPr>
            <a:xfrm>
              <a:off x="3280663" y="2064143"/>
              <a:ext cx="26926" cy="10248"/>
            </a:xfrm>
            <a:custGeom>
              <a:rect b="b" l="l" r="r" t="t"/>
              <a:pathLst>
                <a:path extrusionOk="0" h="322" w="846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" name="Google Shape;408;p51"/>
          <p:cNvGrpSpPr/>
          <p:nvPr/>
        </p:nvGrpSpPr>
        <p:grpSpPr>
          <a:xfrm>
            <a:off x="789443" y="3312231"/>
            <a:ext cx="439908" cy="391214"/>
            <a:chOff x="854261" y="2908813"/>
            <a:chExt cx="377474" cy="335748"/>
          </a:xfrm>
        </p:grpSpPr>
        <p:sp>
          <p:nvSpPr>
            <p:cNvPr id="409" name="Google Shape;409;p51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1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1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51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51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4" name="Google Shape;414;p51"/>
          <p:cNvGrpSpPr/>
          <p:nvPr/>
        </p:nvGrpSpPr>
        <p:grpSpPr>
          <a:xfrm>
            <a:off x="7774336" y="1555061"/>
            <a:ext cx="439901" cy="373045"/>
            <a:chOff x="2661459" y="2015001"/>
            <a:chExt cx="322508" cy="273494"/>
          </a:xfrm>
        </p:grpSpPr>
        <p:sp>
          <p:nvSpPr>
            <p:cNvPr id="415" name="Google Shape;415;p51"/>
            <p:cNvSpPr/>
            <p:nvPr/>
          </p:nvSpPr>
          <p:spPr>
            <a:xfrm>
              <a:off x="2661459" y="2028878"/>
              <a:ext cx="322508" cy="259617"/>
            </a:xfrm>
            <a:custGeom>
              <a:rect b="b" l="l" r="r" t="t"/>
              <a:pathLst>
                <a:path extrusionOk="0" h="8157" w="10133">
                  <a:moveTo>
                    <a:pt x="6156" y="2227"/>
                  </a:moveTo>
                  <a:lnTo>
                    <a:pt x="6966" y="2489"/>
                  </a:lnTo>
                  <a:cubicBezTo>
                    <a:pt x="6975" y="2492"/>
                    <a:pt x="6987" y="2494"/>
                    <a:pt x="6999" y="2494"/>
                  </a:cubicBezTo>
                  <a:cubicBezTo>
                    <a:pt x="7032" y="2494"/>
                    <a:pt x="7071" y="2483"/>
                    <a:pt x="7097" y="2465"/>
                  </a:cubicBezTo>
                  <a:lnTo>
                    <a:pt x="7347" y="2263"/>
                  </a:lnTo>
                  <a:lnTo>
                    <a:pt x="9121" y="4585"/>
                  </a:lnTo>
                  <a:lnTo>
                    <a:pt x="8847" y="4799"/>
                  </a:lnTo>
                  <a:cubicBezTo>
                    <a:pt x="8835" y="4787"/>
                    <a:pt x="8811" y="4763"/>
                    <a:pt x="8799" y="4763"/>
                  </a:cubicBezTo>
                  <a:lnTo>
                    <a:pt x="5728" y="3096"/>
                  </a:lnTo>
                  <a:lnTo>
                    <a:pt x="5847" y="2918"/>
                  </a:lnTo>
                  <a:cubicBezTo>
                    <a:pt x="5894" y="2846"/>
                    <a:pt x="5859" y="2763"/>
                    <a:pt x="5799" y="2715"/>
                  </a:cubicBezTo>
                  <a:cubicBezTo>
                    <a:pt x="5776" y="2700"/>
                    <a:pt x="5750" y="2693"/>
                    <a:pt x="5725" y="2693"/>
                  </a:cubicBezTo>
                  <a:cubicBezTo>
                    <a:pt x="5672" y="2693"/>
                    <a:pt x="5621" y="2723"/>
                    <a:pt x="5597" y="2763"/>
                  </a:cubicBezTo>
                  <a:lnTo>
                    <a:pt x="5263" y="3263"/>
                  </a:lnTo>
                  <a:cubicBezTo>
                    <a:pt x="5251" y="3299"/>
                    <a:pt x="5240" y="3311"/>
                    <a:pt x="5240" y="3335"/>
                  </a:cubicBezTo>
                  <a:lnTo>
                    <a:pt x="5240" y="4609"/>
                  </a:lnTo>
                  <a:cubicBezTo>
                    <a:pt x="5240" y="4870"/>
                    <a:pt x="5013" y="5085"/>
                    <a:pt x="4763" y="5085"/>
                  </a:cubicBezTo>
                  <a:cubicBezTo>
                    <a:pt x="4489" y="5085"/>
                    <a:pt x="4287" y="4859"/>
                    <a:pt x="4287" y="4609"/>
                  </a:cubicBezTo>
                  <a:lnTo>
                    <a:pt x="4287" y="3358"/>
                  </a:lnTo>
                  <a:lnTo>
                    <a:pt x="4561" y="2227"/>
                  </a:lnTo>
                  <a:close/>
                  <a:moveTo>
                    <a:pt x="2620" y="1727"/>
                  </a:moveTo>
                  <a:lnTo>
                    <a:pt x="2858" y="1870"/>
                  </a:lnTo>
                  <a:lnTo>
                    <a:pt x="906" y="5228"/>
                  </a:lnTo>
                  <a:lnTo>
                    <a:pt x="668" y="5097"/>
                  </a:lnTo>
                  <a:lnTo>
                    <a:pt x="2620" y="1727"/>
                  </a:lnTo>
                  <a:close/>
                  <a:moveTo>
                    <a:pt x="3108" y="4656"/>
                  </a:moveTo>
                  <a:cubicBezTo>
                    <a:pt x="3215" y="4656"/>
                    <a:pt x="3299" y="4704"/>
                    <a:pt x="3358" y="4799"/>
                  </a:cubicBezTo>
                  <a:cubicBezTo>
                    <a:pt x="3465" y="4942"/>
                    <a:pt x="3442" y="5156"/>
                    <a:pt x="3287" y="5251"/>
                  </a:cubicBezTo>
                  <a:lnTo>
                    <a:pt x="2263" y="6013"/>
                  </a:lnTo>
                  <a:cubicBezTo>
                    <a:pt x="2200" y="6057"/>
                    <a:pt x="2130" y="6079"/>
                    <a:pt x="2062" y="6079"/>
                  </a:cubicBezTo>
                  <a:cubicBezTo>
                    <a:pt x="1964" y="6079"/>
                    <a:pt x="1869" y="6033"/>
                    <a:pt x="1799" y="5942"/>
                  </a:cubicBezTo>
                  <a:cubicBezTo>
                    <a:pt x="1691" y="5799"/>
                    <a:pt x="1727" y="5597"/>
                    <a:pt x="1870" y="5478"/>
                  </a:cubicBezTo>
                  <a:lnTo>
                    <a:pt x="2918" y="4716"/>
                  </a:lnTo>
                  <a:cubicBezTo>
                    <a:pt x="2977" y="4680"/>
                    <a:pt x="3037" y="4656"/>
                    <a:pt x="3108" y="4656"/>
                  </a:cubicBezTo>
                  <a:close/>
                  <a:moveTo>
                    <a:pt x="3739" y="5418"/>
                  </a:moveTo>
                  <a:cubicBezTo>
                    <a:pt x="3823" y="5418"/>
                    <a:pt x="3918" y="5478"/>
                    <a:pt x="3977" y="5549"/>
                  </a:cubicBezTo>
                  <a:cubicBezTo>
                    <a:pt x="4073" y="5704"/>
                    <a:pt x="4049" y="5906"/>
                    <a:pt x="3894" y="6013"/>
                  </a:cubicBezTo>
                  <a:lnTo>
                    <a:pt x="3084" y="6609"/>
                  </a:lnTo>
                  <a:cubicBezTo>
                    <a:pt x="3021" y="6653"/>
                    <a:pt x="2952" y="6675"/>
                    <a:pt x="2885" y="6675"/>
                  </a:cubicBezTo>
                  <a:cubicBezTo>
                    <a:pt x="2788" y="6675"/>
                    <a:pt x="2695" y="6629"/>
                    <a:pt x="2632" y="6537"/>
                  </a:cubicBezTo>
                  <a:cubicBezTo>
                    <a:pt x="2525" y="6394"/>
                    <a:pt x="2561" y="6180"/>
                    <a:pt x="2703" y="6073"/>
                  </a:cubicBezTo>
                  <a:lnTo>
                    <a:pt x="3489" y="5513"/>
                  </a:lnTo>
                  <a:cubicBezTo>
                    <a:pt x="3525" y="5490"/>
                    <a:pt x="3549" y="5466"/>
                    <a:pt x="3585" y="5454"/>
                  </a:cubicBezTo>
                  <a:cubicBezTo>
                    <a:pt x="3632" y="5430"/>
                    <a:pt x="3680" y="5418"/>
                    <a:pt x="3739" y="5418"/>
                  </a:cubicBezTo>
                  <a:close/>
                  <a:moveTo>
                    <a:pt x="4269" y="6177"/>
                  </a:moveTo>
                  <a:cubicBezTo>
                    <a:pt x="4367" y="6177"/>
                    <a:pt x="4461" y="6221"/>
                    <a:pt x="4525" y="6299"/>
                  </a:cubicBezTo>
                  <a:cubicBezTo>
                    <a:pt x="4632" y="6442"/>
                    <a:pt x="4597" y="6656"/>
                    <a:pt x="4454" y="6764"/>
                  </a:cubicBezTo>
                  <a:lnTo>
                    <a:pt x="3882" y="7192"/>
                  </a:lnTo>
                  <a:cubicBezTo>
                    <a:pt x="3823" y="7232"/>
                    <a:pt x="3747" y="7255"/>
                    <a:pt x="3683" y="7255"/>
                  </a:cubicBezTo>
                  <a:cubicBezTo>
                    <a:pt x="3669" y="7255"/>
                    <a:pt x="3656" y="7254"/>
                    <a:pt x="3644" y="7252"/>
                  </a:cubicBezTo>
                  <a:cubicBezTo>
                    <a:pt x="3549" y="7240"/>
                    <a:pt x="3477" y="7192"/>
                    <a:pt x="3442" y="7121"/>
                  </a:cubicBezTo>
                  <a:cubicBezTo>
                    <a:pt x="3335" y="6966"/>
                    <a:pt x="3358" y="6775"/>
                    <a:pt x="3513" y="6656"/>
                  </a:cubicBezTo>
                  <a:lnTo>
                    <a:pt x="4061" y="6252"/>
                  </a:lnTo>
                  <a:lnTo>
                    <a:pt x="4073" y="6240"/>
                  </a:lnTo>
                  <a:cubicBezTo>
                    <a:pt x="4135" y="6197"/>
                    <a:pt x="4203" y="6177"/>
                    <a:pt x="4269" y="6177"/>
                  </a:cubicBezTo>
                  <a:close/>
                  <a:moveTo>
                    <a:pt x="2799" y="2549"/>
                  </a:moveTo>
                  <a:lnTo>
                    <a:pt x="3061" y="2715"/>
                  </a:lnTo>
                  <a:cubicBezTo>
                    <a:pt x="3086" y="2724"/>
                    <a:pt x="3105" y="2732"/>
                    <a:pt x="3127" y="2732"/>
                  </a:cubicBezTo>
                  <a:cubicBezTo>
                    <a:pt x="3136" y="2732"/>
                    <a:pt x="3145" y="2731"/>
                    <a:pt x="3156" y="2727"/>
                  </a:cubicBezTo>
                  <a:lnTo>
                    <a:pt x="3858" y="2656"/>
                  </a:lnTo>
                  <a:lnTo>
                    <a:pt x="4108" y="2751"/>
                  </a:lnTo>
                  <a:lnTo>
                    <a:pt x="3954" y="3335"/>
                  </a:lnTo>
                  <a:lnTo>
                    <a:pt x="3954" y="3370"/>
                  </a:lnTo>
                  <a:lnTo>
                    <a:pt x="3954" y="4632"/>
                  </a:lnTo>
                  <a:cubicBezTo>
                    <a:pt x="3954" y="5061"/>
                    <a:pt x="4299" y="5406"/>
                    <a:pt x="4728" y="5406"/>
                  </a:cubicBezTo>
                  <a:cubicBezTo>
                    <a:pt x="5168" y="5406"/>
                    <a:pt x="5501" y="5061"/>
                    <a:pt x="5501" y="4632"/>
                  </a:cubicBezTo>
                  <a:lnTo>
                    <a:pt x="5501" y="3406"/>
                  </a:lnTo>
                  <a:lnTo>
                    <a:pt x="5537" y="3370"/>
                  </a:lnTo>
                  <a:lnTo>
                    <a:pt x="8621" y="5049"/>
                  </a:lnTo>
                  <a:cubicBezTo>
                    <a:pt x="8811" y="5109"/>
                    <a:pt x="8871" y="5299"/>
                    <a:pt x="8776" y="5466"/>
                  </a:cubicBezTo>
                  <a:cubicBezTo>
                    <a:pt x="8718" y="5573"/>
                    <a:pt x="8609" y="5634"/>
                    <a:pt x="8492" y="5634"/>
                  </a:cubicBezTo>
                  <a:cubicBezTo>
                    <a:pt x="8440" y="5634"/>
                    <a:pt x="8386" y="5622"/>
                    <a:pt x="8335" y="5597"/>
                  </a:cubicBezTo>
                  <a:lnTo>
                    <a:pt x="6621" y="4656"/>
                  </a:lnTo>
                  <a:cubicBezTo>
                    <a:pt x="6599" y="4645"/>
                    <a:pt x="6574" y="4640"/>
                    <a:pt x="6550" y="4640"/>
                  </a:cubicBezTo>
                  <a:cubicBezTo>
                    <a:pt x="6497" y="4640"/>
                    <a:pt x="6447" y="4666"/>
                    <a:pt x="6430" y="4716"/>
                  </a:cubicBezTo>
                  <a:cubicBezTo>
                    <a:pt x="6383" y="4799"/>
                    <a:pt x="6418" y="4882"/>
                    <a:pt x="6490" y="4918"/>
                  </a:cubicBezTo>
                  <a:lnTo>
                    <a:pt x="7918" y="5692"/>
                  </a:lnTo>
                  <a:cubicBezTo>
                    <a:pt x="8085" y="5775"/>
                    <a:pt x="8145" y="5966"/>
                    <a:pt x="8049" y="6133"/>
                  </a:cubicBezTo>
                  <a:cubicBezTo>
                    <a:pt x="7985" y="6245"/>
                    <a:pt x="7877" y="6309"/>
                    <a:pt x="7766" y="6309"/>
                  </a:cubicBezTo>
                  <a:cubicBezTo>
                    <a:pt x="7713" y="6309"/>
                    <a:pt x="7659" y="6294"/>
                    <a:pt x="7609" y="6263"/>
                  </a:cubicBezTo>
                  <a:lnTo>
                    <a:pt x="6144" y="5478"/>
                  </a:lnTo>
                  <a:cubicBezTo>
                    <a:pt x="6122" y="5463"/>
                    <a:pt x="6097" y="5456"/>
                    <a:pt x="6073" y="5456"/>
                  </a:cubicBezTo>
                  <a:cubicBezTo>
                    <a:pt x="6020" y="5456"/>
                    <a:pt x="5970" y="5488"/>
                    <a:pt x="5954" y="5537"/>
                  </a:cubicBezTo>
                  <a:cubicBezTo>
                    <a:pt x="5906" y="5609"/>
                    <a:pt x="5942" y="5704"/>
                    <a:pt x="6013" y="5728"/>
                  </a:cubicBezTo>
                  <a:lnTo>
                    <a:pt x="7192" y="6371"/>
                  </a:lnTo>
                  <a:cubicBezTo>
                    <a:pt x="7347" y="6466"/>
                    <a:pt x="7395" y="6656"/>
                    <a:pt x="7323" y="6823"/>
                  </a:cubicBezTo>
                  <a:cubicBezTo>
                    <a:pt x="7255" y="6925"/>
                    <a:pt x="7139" y="6984"/>
                    <a:pt x="7018" y="6984"/>
                  </a:cubicBezTo>
                  <a:cubicBezTo>
                    <a:pt x="6969" y="6984"/>
                    <a:pt x="6919" y="6975"/>
                    <a:pt x="6871" y="6954"/>
                  </a:cubicBezTo>
                  <a:lnTo>
                    <a:pt x="5644" y="6287"/>
                  </a:lnTo>
                  <a:cubicBezTo>
                    <a:pt x="5616" y="6271"/>
                    <a:pt x="5587" y="6263"/>
                    <a:pt x="5560" y="6263"/>
                  </a:cubicBezTo>
                  <a:cubicBezTo>
                    <a:pt x="5509" y="6263"/>
                    <a:pt x="5465" y="6292"/>
                    <a:pt x="5442" y="6347"/>
                  </a:cubicBezTo>
                  <a:cubicBezTo>
                    <a:pt x="5406" y="6418"/>
                    <a:pt x="5430" y="6502"/>
                    <a:pt x="5501" y="6537"/>
                  </a:cubicBezTo>
                  <a:lnTo>
                    <a:pt x="6454" y="7061"/>
                  </a:lnTo>
                  <a:cubicBezTo>
                    <a:pt x="6609" y="7145"/>
                    <a:pt x="6668" y="7335"/>
                    <a:pt x="6597" y="7502"/>
                  </a:cubicBezTo>
                  <a:cubicBezTo>
                    <a:pt x="6531" y="7609"/>
                    <a:pt x="6419" y="7670"/>
                    <a:pt x="6301" y="7670"/>
                  </a:cubicBezTo>
                  <a:cubicBezTo>
                    <a:pt x="6249" y="7670"/>
                    <a:pt x="6196" y="7658"/>
                    <a:pt x="6144" y="7633"/>
                  </a:cubicBezTo>
                  <a:lnTo>
                    <a:pt x="5478" y="7264"/>
                  </a:lnTo>
                  <a:cubicBezTo>
                    <a:pt x="5478" y="7133"/>
                    <a:pt x="5430" y="7002"/>
                    <a:pt x="5347" y="6883"/>
                  </a:cubicBezTo>
                  <a:cubicBezTo>
                    <a:pt x="5228" y="6728"/>
                    <a:pt x="5061" y="6644"/>
                    <a:pt x="4882" y="6644"/>
                  </a:cubicBezTo>
                  <a:lnTo>
                    <a:pt x="4882" y="6597"/>
                  </a:lnTo>
                  <a:cubicBezTo>
                    <a:pt x="4906" y="6430"/>
                    <a:pt x="4870" y="6263"/>
                    <a:pt x="4763" y="6133"/>
                  </a:cubicBezTo>
                  <a:cubicBezTo>
                    <a:pt x="4644" y="5990"/>
                    <a:pt x="4478" y="5894"/>
                    <a:pt x="4299" y="5894"/>
                  </a:cubicBezTo>
                  <a:lnTo>
                    <a:pt x="4299" y="5847"/>
                  </a:lnTo>
                  <a:cubicBezTo>
                    <a:pt x="4335" y="5692"/>
                    <a:pt x="4287" y="5525"/>
                    <a:pt x="4180" y="5394"/>
                  </a:cubicBezTo>
                  <a:cubicBezTo>
                    <a:pt x="4061" y="5240"/>
                    <a:pt x="3894" y="5156"/>
                    <a:pt x="3716" y="5156"/>
                  </a:cubicBezTo>
                  <a:lnTo>
                    <a:pt x="3716" y="5109"/>
                  </a:lnTo>
                  <a:cubicBezTo>
                    <a:pt x="3751" y="4942"/>
                    <a:pt x="3704" y="4775"/>
                    <a:pt x="3596" y="4644"/>
                  </a:cubicBezTo>
                  <a:cubicBezTo>
                    <a:pt x="3476" y="4488"/>
                    <a:pt x="3297" y="4404"/>
                    <a:pt x="3111" y="4404"/>
                  </a:cubicBezTo>
                  <a:cubicBezTo>
                    <a:pt x="2984" y="4404"/>
                    <a:pt x="2855" y="4443"/>
                    <a:pt x="2739" y="4525"/>
                  </a:cubicBezTo>
                  <a:lnTo>
                    <a:pt x="1715" y="5275"/>
                  </a:lnTo>
                  <a:lnTo>
                    <a:pt x="1334" y="5073"/>
                  </a:lnTo>
                  <a:lnTo>
                    <a:pt x="2799" y="2549"/>
                  </a:lnTo>
                  <a:close/>
                  <a:moveTo>
                    <a:pt x="4855" y="6920"/>
                  </a:moveTo>
                  <a:cubicBezTo>
                    <a:pt x="4953" y="6920"/>
                    <a:pt x="5045" y="6960"/>
                    <a:pt x="5109" y="7037"/>
                  </a:cubicBezTo>
                  <a:cubicBezTo>
                    <a:pt x="5168" y="7133"/>
                    <a:pt x="5192" y="7228"/>
                    <a:pt x="5180" y="7299"/>
                  </a:cubicBezTo>
                  <a:cubicBezTo>
                    <a:pt x="5168" y="7383"/>
                    <a:pt x="5120" y="7466"/>
                    <a:pt x="5049" y="7526"/>
                  </a:cubicBezTo>
                  <a:lnTo>
                    <a:pt x="4704" y="7776"/>
                  </a:lnTo>
                  <a:cubicBezTo>
                    <a:pt x="4643" y="7818"/>
                    <a:pt x="4574" y="7838"/>
                    <a:pt x="4507" y="7838"/>
                  </a:cubicBezTo>
                  <a:cubicBezTo>
                    <a:pt x="4404" y="7838"/>
                    <a:pt x="4304" y="7791"/>
                    <a:pt x="4239" y="7704"/>
                  </a:cubicBezTo>
                  <a:cubicBezTo>
                    <a:pt x="4132" y="7549"/>
                    <a:pt x="4168" y="7347"/>
                    <a:pt x="4311" y="7240"/>
                  </a:cubicBezTo>
                  <a:lnTo>
                    <a:pt x="4644" y="7002"/>
                  </a:lnTo>
                  <a:lnTo>
                    <a:pt x="4656" y="6978"/>
                  </a:lnTo>
                  <a:cubicBezTo>
                    <a:pt x="4719" y="6939"/>
                    <a:pt x="4788" y="6920"/>
                    <a:pt x="4855" y="6920"/>
                  </a:cubicBezTo>
                  <a:close/>
                  <a:moveTo>
                    <a:pt x="172" y="0"/>
                  </a:moveTo>
                  <a:cubicBezTo>
                    <a:pt x="121" y="0"/>
                    <a:pt x="72" y="29"/>
                    <a:pt x="48" y="84"/>
                  </a:cubicBezTo>
                  <a:cubicBezTo>
                    <a:pt x="1" y="156"/>
                    <a:pt x="25" y="239"/>
                    <a:pt x="108" y="287"/>
                  </a:cubicBezTo>
                  <a:lnTo>
                    <a:pt x="2346" y="1584"/>
                  </a:lnTo>
                  <a:lnTo>
                    <a:pt x="406" y="4942"/>
                  </a:lnTo>
                  <a:lnTo>
                    <a:pt x="251" y="4847"/>
                  </a:lnTo>
                  <a:cubicBezTo>
                    <a:pt x="226" y="4830"/>
                    <a:pt x="199" y="4822"/>
                    <a:pt x="172" y="4822"/>
                  </a:cubicBezTo>
                  <a:cubicBezTo>
                    <a:pt x="121" y="4822"/>
                    <a:pt x="72" y="4851"/>
                    <a:pt x="48" y="4906"/>
                  </a:cubicBezTo>
                  <a:cubicBezTo>
                    <a:pt x="1" y="4978"/>
                    <a:pt x="25" y="5061"/>
                    <a:pt x="108" y="5109"/>
                  </a:cubicBezTo>
                  <a:lnTo>
                    <a:pt x="894" y="5549"/>
                  </a:lnTo>
                  <a:cubicBezTo>
                    <a:pt x="919" y="5566"/>
                    <a:pt x="947" y="5574"/>
                    <a:pt x="975" y="5574"/>
                  </a:cubicBezTo>
                  <a:cubicBezTo>
                    <a:pt x="1025" y="5574"/>
                    <a:pt x="1073" y="5548"/>
                    <a:pt x="1096" y="5501"/>
                  </a:cubicBezTo>
                  <a:lnTo>
                    <a:pt x="1215" y="5299"/>
                  </a:lnTo>
                  <a:lnTo>
                    <a:pt x="1525" y="5466"/>
                  </a:lnTo>
                  <a:cubicBezTo>
                    <a:pt x="1430" y="5680"/>
                    <a:pt x="1441" y="5918"/>
                    <a:pt x="1572" y="6121"/>
                  </a:cubicBezTo>
                  <a:cubicBezTo>
                    <a:pt x="1691" y="6287"/>
                    <a:pt x="1882" y="6371"/>
                    <a:pt x="2084" y="6371"/>
                  </a:cubicBezTo>
                  <a:cubicBezTo>
                    <a:pt x="2144" y="6371"/>
                    <a:pt x="2215" y="6359"/>
                    <a:pt x="2275" y="6347"/>
                  </a:cubicBezTo>
                  <a:cubicBezTo>
                    <a:pt x="2275" y="6478"/>
                    <a:pt x="2322" y="6597"/>
                    <a:pt x="2394" y="6716"/>
                  </a:cubicBezTo>
                  <a:cubicBezTo>
                    <a:pt x="2513" y="6883"/>
                    <a:pt x="2703" y="6966"/>
                    <a:pt x="2882" y="6966"/>
                  </a:cubicBezTo>
                  <a:cubicBezTo>
                    <a:pt x="2942" y="6966"/>
                    <a:pt x="3013" y="6954"/>
                    <a:pt x="3073" y="6942"/>
                  </a:cubicBezTo>
                  <a:cubicBezTo>
                    <a:pt x="3073" y="7061"/>
                    <a:pt x="3120" y="7192"/>
                    <a:pt x="3192" y="7299"/>
                  </a:cubicBezTo>
                  <a:cubicBezTo>
                    <a:pt x="3299" y="7430"/>
                    <a:pt x="3430" y="7514"/>
                    <a:pt x="3596" y="7549"/>
                  </a:cubicBezTo>
                  <a:cubicBezTo>
                    <a:pt x="3632" y="7549"/>
                    <a:pt x="3656" y="7561"/>
                    <a:pt x="3704" y="7561"/>
                  </a:cubicBezTo>
                  <a:cubicBezTo>
                    <a:pt x="3763" y="7561"/>
                    <a:pt x="3835" y="7549"/>
                    <a:pt x="3894" y="7537"/>
                  </a:cubicBezTo>
                  <a:cubicBezTo>
                    <a:pt x="3894" y="7668"/>
                    <a:pt x="3942" y="7787"/>
                    <a:pt x="4013" y="7895"/>
                  </a:cubicBezTo>
                  <a:cubicBezTo>
                    <a:pt x="4120" y="8026"/>
                    <a:pt x="4251" y="8109"/>
                    <a:pt x="4418" y="8145"/>
                  </a:cubicBezTo>
                  <a:cubicBezTo>
                    <a:pt x="4442" y="8145"/>
                    <a:pt x="4478" y="8157"/>
                    <a:pt x="4525" y="8157"/>
                  </a:cubicBezTo>
                  <a:cubicBezTo>
                    <a:pt x="4656" y="8157"/>
                    <a:pt x="4775" y="8109"/>
                    <a:pt x="4882" y="8037"/>
                  </a:cubicBezTo>
                  <a:lnTo>
                    <a:pt x="5216" y="7787"/>
                  </a:lnTo>
                  <a:cubicBezTo>
                    <a:pt x="5299" y="7728"/>
                    <a:pt x="5359" y="7668"/>
                    <a:pt x="5394" y="7597"/>
                  </a:cubicBezTo>
                  <a:lnTo>
                    <a:pt x="6013" y="7918"/>
                  </a:lnTo>
                  <a:cubicBezTo>
                    <a:pt x="6097" y="7966"/>
                    <a:pt x="6204" y="7990"/>
                    <a:pt x="6311" y="7990"/>
                  </a:cubicBezTo>
                  <a:cubicBezTo>
                    <a:pt x="6371" y="7990"/>
                    <a:pt x="6430" y="7978"/>
                    <a:pt x="6490" y="7966"/>
                  </a:cubicBezTo>
                  <a:cubicBezTo>
                    <a:pt x="6644" y="7918"/>
                    <a:pt x="6787" y="7811"/>
                    <a:pt x="6859" y="7668"/>
                  </a:cubicBezTo>
                  <a:cubicBezTo>
                    <a:pt x="6918" y="7549"/>
                    <a:pt x="6942" y="7430"/>
                    <a:pt x="6930" y="7299"/>
                  </a:cubicBezTo>
                  <a:cubicBezTo>
                    <a:pt x="6966" y="7299"/>
                    <a:pt x="7002" y="7311"/>
                    <a:pt x="7049" y="7311"/>
                  </a:cubicBezTo>
                  <a:cubicBezTo>
                    <a:pt x="7275" y="7311"/>
                    <a:pt x="7478" y="7192"/>
                    <a:pt x="7597" y="6990"/>
                  </a:cubicBezTo>
                  <a:cubicBezTo>
                    <a:pt x="7656" y="6871"/>
                    <a:pt x="7692" y="6740"/>
                    <a:pt x="7680" y="6609"/>
                  </a:cubicBezTo>
                  <a:cubicBezTo>
                    <a:pt x="7716" y="6609"/>
                    <a:pt x="7752" y="6633"/>
                    <a:pt x="7799" y="6633"/>
                  </a:cubicBezTo>
                  <a:cubicBezTo>
                    <a:pt x="8014" y="6633"/>
                    <a:pt x="8228" y="6514"/>
                    <a:pt x="8347" y="6299"/>
                  </a:cubicBezTo>
                  <a:cubicBezTo>
                    <a:pt x="8407" y="6180"/>
                    <a:pt x="8430" y="6061"/>
                    <a:pt x="8418" y="5930"/>
                  </a:cubicBezTo>
                  <a:cubicBezTo>
                    <a:pt x="8454" y="5930"/>
                    <a:pt x="8490" y="5942"/>
                    <a:pt x="8538" y="5942"/>
                  </a:cubicBezTo>
                  <a:cubicBezTo>
                    <a:pt x="8597" y="5942"/>
                    <a:pt x="8657" y="5930"/>
                    <a:pt x="8716" y="5918"/>
                  </a:cubicBezTo>
                  <a:cubicBezTo>
                    <a:pt x="8883" y="5871"/>
                    <a:pt x="9014" y="5763"/>
                    <a:pt x="9085" y="5621"/>
                  </a:cubicBezTo>
                  <a:cubicBezTo>
                    <a:pt x="9169" y="5466"/>
                    <a:pt x="9192" y="5299"/>
                    <a:pt x="9133" y="5144"/>
                  </a:cubicBezTo>
                  <a:cubicBezTo>
                    <a:pt x="9121" y="5097"/>
                    <a:pt x="9109" y="5061"/>
                    <a:pt x="9085" y="5037"/>
                  </a:cubicBezTo>
                  <a:lnTo>
                    <a:pt x="9347" y="4859"/>
                  </a:lnTo>
                  <a:lnTo>
                    <a:pt x="9478" y="5037"/>
                  </a:lnTo>
                  <a:cubicBezTo>
                    <a:pt x="9506" y="5072"/>
                    <a:pt x="9550" y="5090"/>
                    <a:pt x="9593" y="5090"/>
                  </a:cubicBezTo>
                  <a:cubicBezTo>
                    <a:pt x="9625" y="5090"/>
                    <a:pt x="9656" y="5081"/>
                    <a:pt x="9681" y="5061"/>
                  </a:cubicBezTo>
                  <a:lnTo>
                    <a:pt x="10085" y="4739"/>
                  </a:lnTo>
                  <a:cubicBezTo>
                    <a:pt x="10121" y="4668"/>
                    <a:pt x="10133" y="4573"/>
                    <a:pt x="10085" y="4513"/>
                  </a:cubicBezTo>
                  <a:cubicBezTo>
                    <a:pt x="10065" y="4479"/>
                    <a:pt x="10019" y="4460"/>
                    <a:pt x="9974" y="4460"/>
                  </a:cubicBezTo>
                  <a:cubicBezTo>
                    <a:pt x="9941" y="4460"/>
                    <a:pt x="9908" y="4470"/>
                    <a:pt x="9883" y="4489"/>
                  </a:cubicBezTo>
                  <a:lnTo>
                    <a:pt x="9585" y="4704"/>
                  </a:lnTo>
                  <a:lnTo>
                    <a:pt x="7252" y="1644"/>
                  </a:lnTo>
                  <a:lnTo>
                    <a:pt x="8585" y="775"/>
                  </a:lnTo>
                  <a:cubicBezTo>
                    <a:pt x="8657" y="739"/>
                    <a:pt x="8680" y="644"/>
                    <a:pt x="8633" y="572"/>
                  </a:cubicBezTo>
                  <a:cubicBezTo>
                    <a:pt x="8602" y="526"/>
                    <a:pt x="8556" y="500"/>
                    <a:pt x="8505" y="500"/>
                  </a:cubicBezTo>
                  <a:cubicBezTo>
                    <a:pt x="8478" y="500"/>
                    <a:pt x="8448" y="508"/>
                    <a:pt x="8418" y="525"/>
                  </a:cubicBezTo>
                  <a:lnTo>
                    <a:pt x="6954" y="1477"/>
                  </a:lnTo>
                  <a:cubicBezTo>
                    <a:pt x="6871" y="1525"/>
                    <a:pt x="6859" y="1632"/>
                    <a:pt x="6906" y="1680"/>
                  </a:cubicBezTo>
                  <a:lnTo>
                    <a:pt x="7168" y="2037"/>
                  </a:lnTo>
                  <a:lnTo>
                    <a:pt x="6978" y="2192"/>
                  </a:lnTo>
                  <a:lnTo>
                    <a:pt x="6216" y="1942"/>
                  </a:lnTo>
                  <a:cubicBezTo>
                    <a:pt x="6204" y="1942"/>
                    <a:pt x="6192" y="1918"/>
                    <a:pt x="6180" y="1918"/>
                  </a:cubicBezTo>
                  <a:lnTo>
                    <a:pt x="4430" y="1918"/>
                  </a:lnTo>
                  <a:cubicBezTo>
                    <a:pt x="4358" y="1918"/>
                    <a:pt x="4299" y="1965"/>
                    <a:pt x="4287" y="2037"/>
                  </a:cubicBezTo>
                  <a:lnTo>
                    <a:pt x="4180" y="2430"/>
                  </a:lnTo>
                  <a:lnTo>
                    <a:pt x="3930" y="2323"/>
                  </a:lnTo>
                  <a:cubicBezTo>
                    <a:pt x="3894" y="2311"/>
                    <a:pt x="3882" y="2311"/>
                    <a:pt x="3846" y="2311"/>
                  </a:cubicBezTo>
                  <a:lnTo>
                    <a:pt x="3168" y="2382"/>
                  </a:lnTo>
                  <a:lnTo>
                    <a:pt x="2930" y="2251"/>
                  </a:lnTo>
                  <a:lnTo>
                    <a:pt x="3156" y="1858"/>
                  </a:lnTo>
                  <a:cubicBezTo>
                    <a:pt x="3192" y="1787"/>
                    <a:pt x="3168" y="1703"/>
                    <a:pt x="3096" y="1656"/>
                  </a:cubicBezTo>
                  <a:lnTo>
                    <a:pt x="251" y="25"/>
                  </a:lnTo>
                  <a:cubicBezTo>
                    <a:pt x="226" y="8"/>
                    <a:pt x="199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51"/>
            <p:cNvSpPr/>
            <p:nvPr/>
          </p:nvSpPr>
          <p:spPr>
            <a:xfrm>
              <a:off x="2946442" y="2015001"/>
              <a:ext cx="37525" cy="26799"/>
            </a:xfrm>
            <a:custGeom>
              <a:rect b="b" l="l" r="r" t="t"/>
              <a:pathLst>
                <a:path extrusionOk="0" h="842" w="1179">
                  <a:moveTo>
                    <a:pt x="1011" y="1"/>
                  </a:moveTo>
                  <a:cubicBezTo>
                    <a:pt x="983" y="1"/>
                    <a:pt x="955" y="7"/>
                    <a:pt x="929" y="20"/>
                  </a:cubicBezTo>
                  <a:lnTo>
                    <a:pt x="96" y="556"/>
                  </a:lnTo>
                  <a:cubicBezTo>
                    <a:pt x="24" y="603"/>
                    <a:pt x="0" y="699"/>
                    <a:pt x="48" y="770"/>
                  </a:cubicBezTo>
                  <a:cubicBezTo>
                    <a:pt x="84" y="818"/>
                    <a:pt x="119" y="842"/>
                    <a:pt x="167" y="842"/>
                  </a:cubicBezTo>
                  <a:cubicBezTo>
                    <a:pt x="203" y="842"/>
                    <a:pt x="226" y="830"/>
                    <a:pt x="238" y="818"/>
                  </a:cubicBezTo>
                  <a:lnTo>
                    <a:pt x="1072" y="282"/>
                  </a:lnTo>
                  <a:cubicBezTo>
                    <a:pt x="1167" y="234"/>
                    <a:pt x="1179" y="127"/>
                    <a:pt x="1131" y="68"/>
                  </a:cubicBezTo>
                  <a:cubicBezTo>
                    <a:pt x="1108" y="22"/>
                    <a:pt x="1061" y="1"/>
                    <a:pt x="1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" name="Google Shape;417;p51"/>
          <p:cNvGrpSpPr/>
          <p:nvPr/>
        </p:nvGrpSpPr>
        <p:grpSpPr>
          <a:xfrm>
            <a:off x="5625733" y="1521932"/>
            <a:ext cx="439904" cy="439324"/>
            <a:chOff x="2656907" y="2439293"/>
            <a:chExt cx="332757" cy="332343"/>
          </a:xfrm>
        </p:grpSpPr>
        <p:sp>
          <p:nvSpPr>
            <p:cNvPr id="418" name="Google Shape;418;p51"/>
            <p:cNvSpPr/>
            <p:nvPr/>
          </p:nvSpPr>
          <p:spPr>
            <a:xfrm>
              <a:off x="2868751" y="2547666"/>
              <a:ext cx="53088" cy="53088"/>
            </a:xfrm>
            <a:custGeom>
              <a:rect b="b" l="l" r="r" t="t"/>
              <a:pathLst>
                <a:path extrusionOk="0" h="1668" w="1668">
                  <a:moveTo>
                    <a:pt x="834" y="334"/>
                  </a:moveTo>
                  <a:cubicBezTo>
                    <a:pt x="1120" y="334"/>
                    <a:pt x="1346" y="548"/>
                    <a:pt x="1346" y="834"/>
                  </a:cubicBezTo>
                  <a:cubicBezTo>
                    <a:pt x="1346" y="1120"/>
                    <a:pt x="1120" y="1334"/>
                    <a:pt x="834" y="1334"/>
                  </a:cubicBezTo>
                  <a:cubicBezTo>
                    <a:pt x="560" y="1334"/>
                    <a:pt x="334" y="1120"/>
                    <a:pt x="334" y="834"/>
                  </a:cubicBezTo>
                  <a:cubicBezTo>
                    <a:pt x="334" y="548"/>
                    <a:pt x="572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81" y="0"/>
                    <a:pt x="0" y="370"/>
                    <a:pt x="0" y="834"/>
                  </a:cubicBezTo>
                  <a:cubicBezTo>
                    <a:pt x="0" y="1298"/>
                    <a:pt x="381" y="1667"/>
                    <a:pt x="834" y="1667"/>
                  </a:cubicBezTo>
                  <a:cubicBezTo>
                    <a:pt x="1298" y="1667"/>
                    <a:pt x="1667" y="1298"/>
                    <a:pt x="1667" y="834"/>
                  </a:cubicBezTo>
                  <a:cubicBezTo>
                    <a:pt x="1667" y="370"/>
                    <a:pt x="1298" y="0"/>
                    <a:pt x="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1"/>
            <p:cNvSpPr/>
            <p:nvPr/>
          </p:nvSpPr>
          <p:spPr>
            <a:xfrm>
              <a:off x="2870661" y="2611703"/>
              <a:ext cx="68970" cy="49301"/>
            </a:xfrm>
            <a:custGeom>
              <a:rect b="b" l="l" r="r" t="t"/>
              <a:pathLst>
                <a:path extrusionOk="0" h="1549" w="2167">
                  <a:moveTo>
                    <a:pt x="774" y="1"/>
                  </a:moveTo>
                  <a:cubicBezTo>
                    <a:pt x="560" y="1"/>
                    <a:pt x="333" y="60"/>
                    <a:pt x="119" y="167"/>
                  </a:cubicBezTo>
                  <a:cubicBezTo>
                    <a:pt x="48" y="203"/>
                    <a:pt x="0" y="310"/>
                    <a:pt x="48" y="382"/>
                  </a:cubicBezTo>
                  <a:cubicBezTo>
                    <a:pt x="83" y="443"/>
                    <a:pt x="150" y="479"/>
                    <a:pt x="212" y="479"/>
                  </a:cubicBezTo>
                  <a:cubicBezTo>
                    <a:pt x="234" y="479"/>
                    <a:pt x="255" y="474"/>
                    <a:pt x="274" y="465"/>
                  </a:cubicBezTo>
                  <a:cubicBezTo>
                    <a:pt x="417" y="382"/>
                    <a:pt x="595" y="346"/>
                    <a:pt x="762" y="346"/>
                  </a:cubicBezTo>
                  <a:cubicBezTo>
                    <a:pt x="1286" y="346"/>
                    <a:pt x="1715" y="727"/>
                    <a:pt x="1786" y="1215"/>
                  </a:cubicBezTo>
                  <a:lnTo>
                    <a:pt x="762" y="1215"/>
                  </a:lnTo>
                  <a:cubicBezTo>
                    <a:pt x="679" y="1215"/>
                    <a:pt x="595" y="1298"/>
                    <a:pt x="595" y="1382"/>
                  </a:cubicBezTo>
                  <a:cubicBezTo>
                    <a:pt x="595" y="1477"/>
                    <a:pt x="679" y="1548"/>
                    <a:pt x="762" y="1548"/>
                  </a:cubicBezTo>
                  <a:lnTo>
                    <a:pt x="1988" y="1548"/>
                  </a:lnTo>
                  <a:cubicBezTo>
                    <a:pt x="2072" y="1548"/>
                    <a:pt x="2143" y="1477"/>
                    <a:pt x="2143" y="1382"/>
                  </a:cubicBezTo>
                  <a:cubicBezTo>
                    <a:pt x="2167" y="608"/>
                    <a:pt x="1536" y="1"/>
                    <a:pt x="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1"/>
            <p:cNvSpPr/>
            <p:nvPr/>
          </p:nvSpPr>
          <p:spPr>
            <a:xfrm>
              <a:off x="2705794" y="2611321"/>
              <a:ext cx="68620" cy="49301"/>
            </a:xfrm>
            <a:custGeom>
              <a:rect b="b" l="l" r="r" t="t"/>
              <a:pathLst>
                <a:path extrusionOk="0" h="1549" w="2156">
                  <a:moveTo>
                    <a:pt x="1394" y="1"/>
                  </a:moveTo>
                  <a:cubicBezTo>
                    <a:pt x="632" y="1"/>
                    <a:pt x="1" y="620"/>
                    <a:pt x="1" y="1382"/>
                  </a:cubicBezTo>
                  <a:cubicBezTo>
                    <a:pt x="1" y="1465"/>
                    <a:pt x="84" y="1548"/>
                    <a:pt x="167" y="1548"/>
                  </a:cubicBezTo>
                  <a:lnTo>
                    <a:pt x="1406" y="1548"/>
                  </a:lnTo>
                  <a:cubicBezTo>
                    <a:pt x="1489" y="1548"/>
                    <a:pt x="1572" y="1465"/>
                    <a:pt x="1572" y="1382"/>
                  </a:cubicBezTo>
                  <a:cubicBezTo>
                    <a:pt x="1572" y="1287"/>
                    <a:pt x="1501" y="1215"/>
                    <a:pt x="1418" y="1215"/>
                  </a:cubicBezTo>
                  <a:lnTo>
                    <a:pt x="382" y="1215"/>
                  </a:lnTo>
                  <a:cubicBezTo>
                    <a:pt x="453" y="727"/>
                    <a:pt x="882" y="334"/>
                    <a:pt x="1406" y="334"/>
                  </a:cubicBezTo>
                  <a:cubicBezTo>
                    <a:pt x="1584" y="334"/>
                    <a:pt x="1751" y="382"/>
                    <a:pt x="1894" y="453"/>
                  </a:cubicBezTo>
                  <a:cubicBezTo>
                    <a:pt x="1918" y="469"/>
                    <a:pt x="1945" y="477"/>
                    <a:pt x="1974" y="477"/>
                  </a:cubicBezTo>
                  <a:cubicBezTo>
                    <a:pt x="2030" y="477"/>
                    <a:pt x="2088" y="445"/>
                    <a:pt x="2120" y="382"/>
                  </a:cubicBezTo>
                  <a:cubicBezTo>
                    <a:pt x="2156" y="310"/>
                    <a:pt x="2132" y="203"/>
                    <a:pt x="2049" y="155"/>
                  </a:cubicBezTo>
                  <a:cubicBezTo>
                    <a:pt x="1846" y="60"/>
                    <a:pt x="1632" y="1"/>
                    <a:pt x="1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1"/>
            <p:cNvSpPr/>
            <p:nvPr/>
          </p:nvSpPr>
          <p:spPr>
            <a:xfrm>
              <a:off x="2724000" y="2547666"/>
              <a:ext cx="53088" cy="53088"/>
            </a:xfrm>
            <a:custGeom>
              <a:rect b="b" l="l" r="r" t="t"/>
              <a:pathLst>
                <a:path extrusionOk="0" h="1668" w="1668">
                  <a:moveTo>
                    <a:pt x="834" y="334"/>
                  </a:moveTo>
                  <a:cubicBezTo>
                    <a:pt x="1119" y="334"/>
                    <a:pt x="1334" y="548"/>
                    <a:pt x="1334" y="834"/>
                  </a:cubicBezTo>
                  <a:cubicBezTo>
                    <a:pt x="1334" y="1120"/>
                    <a:pt x="1119" y="1334"/>
                    <a:pt x="834" y="1334"/>
                  </a:cubicBezTo>
                  <a:cubicBezTo>
                    <a:pt x="548" y="1334"/>
                    <a:pt x="322" y="1120"/>
                    <a:pt x="322" y="834"/>
                  </a:cubicBezTo>
                  <a:cubicBezTo>
                    <a:pt x="322" y="548"/>
                    <a:pt x="548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69" y="0"/>
                    <a:pt x="0" y="370"/>
                    <a:pt x="0" y="834"/>
                  </a:cubicBezTo>
                  <a:cubicBezTo>
                    <a:pt x="0" y="1298"/>
                    <a:pt x="369" y="1667"/>
                    <a:pt x="834" y="1667"/>
                  </a:cubicBezTo>
                  <a:cubicBezTo>
                    <a:pt x="1298" y="1667"/>
                    <a:pt x="1667" y="1298"/>
                    <a:pt x="1667" y="834"/>
                  </a:cubicBezTo>
                  <a:cubicBezTo>
                    <a:pt x="1667" y="370"/>
                    <a:pt x="1298" y="0"/>
                    <a:pt x="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51"/>
            <p:cNvSpPr/>
            <p:nvPr/>
          </p:nvSpPr>
          <p:spPr>
            <a:xfrm>
              <a:off x="2788800" y="2534394"/>
              <a:ext cx="68238" cy="68238"/>
            </a:xfrm>
            <a:custGeom>
              <a:rect b="b" l="l" r="r" t="t"/>
              <a:pathLst>
                <a:path extrusionOk="0" h="2144" w="2144">
                  <a:moveTo>
                    <a:pt x="1072" y="334"/>
                  </a:moveTo>
                  <a:cubicBezTo>
                    <a:pt x="1489" y="334"/>
                    <a:pt x="1822" y="656"/>
                    <a:pt x="1822" y="1072"/>
                  </a:cubicBezTo>
                  <a:cubicBezTo>
                    <a:pt x="1822" y="1489"/>
                    <a:pt x="1489" y="1822"/>
                    <a:pt x="1072" y="1822"/>
                  </a:cubicBezTo>
                  <a:cubicBezTo>
                    <a:pt x="655" y="1822"/>
                    <a:pt x="334" y="1489"/>
                    <a:pt x="334" y="1072"/>
                  </a:cubicBezTo>
                  <a:cubicBezTo>
                    <a:pt x="334" y="656"/>
                    <a:pt x="667" y="334"/>
                    <a:pt x="1072" y="334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3" y="1668"/>
                    <a:pt x="2143" y="1072"/>
                  </a:cubicBezTo>
                  <a:cubicBezTo>
                    <a:pt x="2143" y="477"/>
                    <a:pt x="1667" y="1"/>
                    <a:pt x="1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1"/>
            <p:cNvSpPr/>
            <p:nvPr/>
          </p:nvSpPr>
          <p:spPr>
            <a:xfrm>
              <a:off x="2764930" y="2613613"/>
              <a:ext cx="115979" cy="62923"/>
            </a:xfrm>
            <a:custGeom>
              <a:rect b="b" l="l" r="r" t="t"/>
              <a:pathLst>
                <a:path extrusionOk="0" h="1977" w="3644">
                  <a:moveTo>
                    <a:pt x="1822" y="345"/>
                  </a:moveTo>
                  <a:cubicBezTo>
                    <a:pt x="2584" y="345"/>
                    <a:pt x="3203" y="917"/>
                    <a:pt x="3298" y="1655"/>
                  </a:cubicBezTo>
                  <a:lnTo>
                    <a:pt x="345" y="1655"/>
                  </a:lnTo>
                  <a:cubicBezTo>
                    <a:pt x="441" y="905"/>
                    <a:pt x="1060" y="345"/>
                    <a:pt x="1822" y="345"/>
                  </a:cubicBezTo>
                  <a:close/>
                  <a:moveTo>
                    <a:pt x="1822" y="0"/>
                  </a:moveTo>
                  <a:cubicBezTo>
                    <a:pt x="822" y="0"/>
                    <a:pt x="0" y="822"/>
                    <a:pt x="0" y="1810"/>
                  </a:cubicBezTo>
                  <a:cubicBezTo>
                    <a:pt x="0" y="1905"/>
                    <a:pt x="84" y="1977"/>
                    <a:pt x="167" y="1977"/>
                  </a:cubicBezTo>
                  <a:lnTo>
                    <a:pt x="3477" y="1977"/>
                  </a:lnTo>
                  <a:cubicBezTo>
                    <a:pt x="3560" y="1977"/>
                    <a:pt x="3643" y="1905"/>
                    <a:pt x="3643" y="1810"/>
                  </a:cubicBezTo>
                  <a:cubicBezTo>
                    <a:pt x="3643" y="798"/>
                    <a:pt x="2822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1"/>
            <p:cNvSpPr/>
            <p:nvPr/>
          </p:nvSpPr>
          <p:spPr>
            <a:xfrm>
              <a:off x="2656907" y="2439293"/>
              <a:ext cx="332757" cy="332343"/>
            </a:xfrm>
            <a:custGeom>
              <a:rect b="b" l="l" r="r" t="t"/>
              <a:pathLst>
                <a:path extrusionOk="0" h="10442" w="10455">
                  <a:moveTo>
                    <a:pt x="5383" y="893"/>
                  </a:moveTo>
                  <a:cubicBezTo>
                    <a:pt x="7645" y="977"/>
                    <a:pt x="9454" y="2798"/>
                    <a:pt x="9550" y="5060"/>
                  </a:cubicBezTo>
                  <a:lnTo>
                    <a:pt x="9145" y="5060"/>
                  </a:lnTo>
                  <a:cubicBezTo>
                    <a:pt x="9050" y="5060"/>
                    <a:pt x="8978" y="5132"/>
                    <a:pt x="8978" y="5227"/>
                  </a:cubicBezTo>
                  <a:cubicBezTo>
                    <a:pt x="8978" y="5310"/>
                    <a:pt x="9050" y="5382"/>
                    <a:pt x="9145" y="5382"/>
                  </a:cubicBezTo>
                  <a:lnTo>
                    <a:pt x="9550" y="5382"/>
                  </a:lnTo>
                  <a:cubicBezTo>
                    <a:pt x="9454" y="7644"/>
                    <a:pt x="7645" y="9466"/>
                    <a:pt x="5383" y="9549"/>
                  </a:cubicBezTo>
                  <a:lnTo>
                    <a:pt x="5383" y="9156"/>
                  </a:lnTo>
                  <a:cubicBezTo>
                    <a:pt x="5383" y="9061"/>
                    <a:pt x="5311" y="8989"/>
                    <a:pt x="5216" y="8989"/>
                  </a:cubicBezTo>
                  <a:cubicBezTo>
                    <a:pt x="5121" y="8989"/>
                    <a:pt x="5049" y="9061"/>
                    <a:pt x="5049" y="9156"/>
                  </a:cubicBezTo>
                  <a:lnTo>
                    <a:pt x="5049" y="9549"/>
                  </a:lnTo>
                  <a:cubicBezTo>
                    <a:pt x="2787" y="9466"/>
                    <a:pt x="977" y="7644"/>
                    <a:pt x="882" y="5382"/>
                  </a:cubicBezTo>
                  <a:lnTo>
                    <a:pt x="1287" y="5382"/>
                  </a:lnTo>
                  <a:cubicBezTo>
                    <a:pt x="1382" y="5382"/>
                    <a:pt x="1453" y="5310"/>
                    <a:pt x="1453" y="5227"/>
                  </a:cubicBezTo>
                  <a:cubicBezTo>
                    <a:pt x="1453" y="5132"/>
                    <a:pt x="1382" y="5060"/>
                    <a:pt x="1287" y="5060"/>
                  </a:cubicBezTo>
                  <a:lnTo>
                    <a:pt x="882" y="5060"/>
                  </a:lnTo>
                  <a:cubicBezTo>
                    <a:pt x="977" y="2798"/>
                    <a:pt x="2787" y="977"/>
                    <a:pt x="5049" y="893"/>
                  </a:cubicBezTo>
                  <a:lnTo>
                    <a:pt x="5049" y="1286"/>
                  </a:lnTo>
                  <a:cubicBezTo>
                    <a:pt x="5049" y="1381"/>
                    <a:pt x="5121" y="1453"/>
                    <a:pt x="5216" y="1453"/>
                  </a:cubicBezTo>
                  <a:cubicBezTo>
                    <a:pt x="5311" y="1453"/>
                    <a:pt x="5383" y="1381"/>
                    <a:pt x="5383" y="1286"/>
                  </a:cubicBezTo>
                  <a:lnTo>
                    <a:pt x="5383" y="893"/>
                  </a:lnTo>
                  <a:close/>
                  <a:moveTo>
                    <a:pt x="5228" y="0"/>
                  </a:moveTo>
                  <a:cubicBezTo>
                    <a:pt x="5144" y="0"/>
                    <a:pt x="5061" y="72"/>
                    <a:pt x="5061" y="167"/>
                  </a:cubicBezTo>
                  <a:lnTo>
                    <a:pt x="5061" y="560"/>
                  </a:lnTo>
                  <a:cubicBezTo>
                    <a:pt x="2620" y="655"/>
                    <a:pt x="656" y="2620"/>
                    <a:pt x="572" y="5060"/>
                  </a:cubicBezTo>
                  <a:lnTo>
                    <a:pt x="168" y="5060"/>
                  </a:lnTo>
                  <a:cubicBezTo>
                    <a:pt x="84" y="5060"/>
                    <a:pt x="1" y="5132"/>
                    <a:pt x="1" y="5227"/>
                  </a:cubicBezTo>
                  <a:cubicBezTo>
                    <a:pt x="1" y="5310"/>
                    <a:pt x="84" y="5382"/>
                    <a:pt x="168" y="5382"/>
                  </a:cubicBezTo>
                  <a:lnTo>
                    <a:pt x="572" y="5382"/>
                  </a:lnTo>
                  <a:cubicBezTo>
                    <a:pt x="656" y="7823"/>
                    <a:pt x="2620" y="9787"/>
                    <a:pt x="5061" y="9882"/>
                  </a:cubicBezTo>
                  <a:lnTo>
                    <a:pt x="5061" y="10287"/>
                  </a:lnTo>
                  <a:cubicBezTo>
                    <a:pt x="5061" y="10371"/>
                    <a:pt x="5144" y="10442"/>
                    <a:pt x="5228" y="10442"/>
                  </a:cubicBezTo>
                  <a:cubicBezTo>
                    <a:pt x="5323" y="10442"/>
                    <a:pt x="5394" y="10371"/>
                    <a:pt x="5394" y="10287"/>
                  </a:cubicBezTo>
                  <a:lnTo>
                    <a:pt x="5394" y="9882"/>
                  </a:lnTo>
                  <a:cubicBezTo>
                    <a:pt x="7835" y="9787"/>
                    <a:pt x="9800" y="7823"/>
                    <a:pt x="9883" y="5382"/>
                  </a:cubicBezTo>
                  <a:lnTo>
                    <a:pt x="10288" y="5382"/>
                  </a:lnTo>
                  <a:cubicBezTo>
                    <a:pt x="10383" y="5382"/>
                    <a:pt x="10455" y="5310"/>
                    <a:pt x="10455" y="5227"/>
                  </a:cubicBezTo>
                  <a:cubicBezTo>
                    <a:pt x="10455" y="5132"/>
                    <a:pt x="10383" y="5060"/>
                    <a:pt x="10288" y="5060"/>
                  </a:cubicBezTo>
                  <a:lnTo>
                    <a:pt x="9883" y="5060"/>
                  </a:lnTo>
                  <a:cubicBezTo>
                    <a:pt x="9800" y="2620"/>
                    <a:pt x="7835" y="655"/>
                    <a:pt x="5394" y="560"/>
                  </a:cubicBezTo>
                  <a:lnTo>
                    <a:pt x="5394" y="167"/>
                  </a:lnTo>
                  <a:cubicBezTo>
                    <a:pt x="5394" y="72"/>
                    <a:pt x="5323" y="0"/>
                    <a:pt x="5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5" name="Google Shape;425;p51"/>
          <p:cNvSpPr txBox="1"/>
          <p:nvPr/>
        </p:nvSpPr>
        <p:spPr>
          <a:xfrm>
            <a:off x="235250" y="1588200"/>
            <a:ext cx="22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Key End-Markets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6" name="Google Shape;426;p51"/>
          <p:cNvSpPr txBox="1"/>
          <p:nvPr/>
        </p:nvSpPr>
        <p:spPr>
          <a:xfrm>
            <a:off x="6874225" y="3310325"/>
            <a:ext cx="22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12121"/>
                </a:solidFill>
                <a:latin typeface="Open Sans"/>
                <a:ea typeface="Open Sans"/>
                <a:cs typeface="Open Sans"/>
                <a:sym typeface="Open Sans"/>
              </a:rPr>
              <a:t>Revenue Scale</a:t>
            </a:r>
            <a:endParaRPr b="1" sz="1800">
              <a:solidFill>
                <a:srgbClr val="21212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/>
          <p:nvPr>
            <p:ph idx="2" type="ctrTitle"/>
          </p:nvPr>
        </p:nvSpPr>
        <p:spPr>
          <a:xfrm>
            <a:off x="1627625" y="2937725"/>
            <a:ext cx="2873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M&amp;A Scale Advantage</a:t>
            </a:r>
            <a:endParaRPr/>
          </a:p>
        </p:txBody>
      </p:sp>
      <p:sp>
        <p:nvSpPr>
          <p:cNvPr id="432" name="Google Shape;432;p52"/>
          <p:cNvSpPr txBox="1"/>
          <p:nvPr>
            <p:ph idx="3" type="ctrTitle"/>
          </p:nvPr>
        </p:nvSpPr>
        <p:spPr>
          <a:xfrm>
            <a:off x="1627625" y="1302300"/>
            <a:ext cx="2873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ESG Leadership</a:t>
            </a:r>
            <a:endParaRPr/>
          </a:p>
        </p:txBody>
      </p:sp>
      <p:sp>
        <p:nvSpPr>
          <p:cNvPr id="433" name="Google Shape;433;p52"/>
          <p:cNvSpPr txBox="1"/>
          <p:nvPr>
            <p:ph idx="4" type="ctrTitle"/>
          </p:nvPr>
        </p:nvSpPr>
        <p:spPr>
          <a:xfrm>
            <a:off x="1627625" y="3749525"/>
            <a:ext cx="2873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Asset-Light Model</a:t>
            </a:r>
            <a:endParaRPr/>
          </a:p>
        </p:txBody>
      </p:sp>
      <p:sp>
        <p:nvSpPr>
          <p:cNvPr id="434" name="Google Shape;434;p52"/>
          <p:cNvSpPr txBox="1"/>
          <p:nvPr>
            <p:ph idx="5" type="ctrTitle"/>
          </p:nvPr>
        </p:nvSpPr>
        <p:spPr>
          <a:xfrm>
            <a:off x="1627625" y="2125920"/>
            <a:ext cx="2873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Sector Exposure</a:t>
            </a:r>
            <a:endParaRPr/>
          </a:p>
        </p:txBody>
      </p:sp>
      <p:sp>
        <p:nvSpPr>
          <p:cNvPr id="435" name="Google Shape;435;p52"/>
          <p:cNvSpPr txBox="1"/>
          <p:nvPr>
            <p:ph idx="1" type="subTitle"/>
          </p:nvPr>
        </p:nvSpPr>
        <p:spPr>
          <a:xfrm>
            <a:off x="1627625" y="2493725"/>
            <a:ext cx="40674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212121"/>
                </a:solidFill>
              </a:rPr>
              <a:t>Stable, recurring revenues from government and infrastructure contracts, reducing cyclical risk.</a:t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436" name="Google Shape;436;p52"/>
          <p:cNvSpPr txBox="1"/>
          <p:nvPr>
            <p:ph idx="6" type="subTitle"/>
          </p:nvPr>
        </p:nvSpPr>
        <p:spPr>
          <a:xfrm>
            <a:off x="1627625" y="3305525"/>
            <a:ext cx="38514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212121"/>
                </a:solidFill>
              </a:rPr>
              <a:t>Over 20 strategic acquisitions since 2019, including Golder and Wood E&amp;I, accelerating global expansion.</a:t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437" name="Google Shape;437;p52"/>
          <p:cNvSpPr txBox="1"/>
          <p:nvPr>
            <p:ph idx="7" type="subTitle"/>
          </p:nvPr>
        </p:nvSpPr>
        <p:spPr>
          <a:xfrm>
            <a:off x="1627625" y="4117325"/>
            <a:ext cx="38514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</a:rPr>
              <a:t>Consulting-driven business enables margin expansion with low capex requirements and high EBITDA efficiency.</a:t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438" name="Google Shape;438;p52"/>
          <p:cNvSpPr txBox="1"/>
          <p:nvPr>
            <p:ph idx="8" type="subTitle"/>
          </p:nvPr>
        </p:nvSpPr>
        <p:spPr>
          <a:xfrm>
            <a:off x="1627625" y="1681925"/>
            <a:ext cx="28734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212121"/>
                </a:solidFill>
              </a:rPr>
              <a:t>Focused on climate-resilient infrastructure, net-zero goals, and sustainable urban design.</a:t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439" name="Google Shape;439;p52"/>
          <p:cNvSpPr txBox="1"/>
          <p:nvPr>
            <p:ph type="ctrTitle"/>
          </p:nvPr>
        </p:nvSpPr>
        <p:spPr>
          <a:xfrm>
            <a:off x="723600" y="470625"/>
            <a:ext cx="48798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Strategic Positioning</a:t>
            </a:r>
            <a:endParaRPr sz="2800"/>
          </a:p>
        </p:txBody>
      </p:sp>
      <p:grpSp>
        <p:nvGrpSpPr>
          <p:cNvPr id="440" name="Google Shape;440;p52"/>
          <p:cNvGrpSpPr/>
          <p:nvPr/>
        </p:nvGrpSpPr>
        <p:grpSpPr>
          <a:xfrm>
            <a:off x="1056125" y="1521097"/>
            <a:ext cx="371413" cy="371377"/>
            <a:chOff x="7976174" y="2925108"/>
            <a:chExt cx="334666" cy="334634"/>
          </a:xfrm>
        </p:grpSpPr>
        <p:sp>
          <p:nvSpPr>
            <p:cNvPr id="441" name="Google Shape;441;p52"/>
            <p:cNvSpPr/>
            <p:nvPr/>
          </p:nvSpPr>
          <p:spPr>
            <a:xfrm>
              <a:off x="8003100" y="3064545"/>
              <a:ext cx="10630" cy="14068"/>
            </a:xfrm>
            <a:custGeom>
              <a:rect b="b" l="l" r="r" t="t"/>
              <a:pathLst>
                <a:path extrusionOk="0" h="442" w="334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286"/>
                  </a:lnTo>
                  <a:cubicBezTo>
                    <a:pt x="0" y="370"/>
                    <a:pt x="72" y="441"/>
                    <a:pt x="167" y="441"/>
                  </a:cubicBezTo>
                  <a:cubicBezTo>
                    <a:pt x="250" y="441"/>
                    <a:pt x="322" y="370"/>
                    <a:pt x="322" y="286"/>
                  </a:cubicBezTo>
                  <a:lnTo>
                    <a:pt x="322" y="167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52"/>
            <p:cNvSpPr/>
            <p:nvPr/>
          </p:nvSpPr>
          <p:spPr>
            <a:xfrm>
              <a:off x="8003100" y="3046371"/>
              <a:ext cx="10630" cy="14418"/>
            </a:xfrm>
            <a:custGeom>
              <a:rect b="b" l="l" r="r" t="t"/>
              <a:pathLst>
                <a:path extrusionOk="0" h="453" w="334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286"/>
                  </a:lnTo>
                  <a:cubicBezTo>
                    <a:pt x="0" y="369"/>
                    <a:pt x="72" y="452"/>
                    <a:pt x="167" y="452"/>
                  </a:cubicBezTo>
                  <a:cubicBezTo>
                    <a:pt x="250" y="452"/>
                    <a:pt x="322" y="369"/>
                    <a:pt x="322" y="286"/>
                  </a:cubicBezTo>
                  <a:lnTo>
                    <a:pt x="322" y="167"/>
                  </a:lnTo>
                  <a:cubicBezTo>
                    <a:pt x="334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52"/>
            <p:cNvSpPr/>
            <p:nvPr/>
          </p:nvSpPr>
          <p:spPr>
            <a:xfrm>
              <a:off x="8272519" y="3105093"/>
              <a:ext cx="10630" cy="14418"/>
            </a:xfrm>
            <a:custGeom>
              <a:rect b="b" l="l" r="r" t="t"/>
              <a:pathLst>
                <a:path extrusionOk="0" h="453" w="334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286"/>
                  </a:lnTo>
                  <a:cubicBezTo>
                    <a:pt x="1" y="370"/>
                    <a:pt x="84" y="453"/>
                    <a:pt x="167" y="453"/>
                  </a:cubicBezTo>
                  <a:cubicBezTo>
                    <a:pt x="263" y="453"/>
                    <a:pt x="334" y="370"/>
                    <a:pt x="334" y="286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52"/>
            <p:cNvSpPr/>
            <p:nvPr/>
          </p:nvSpPr>
          <p:spPr>
            <a:xfrm>
              <a:off x="8272519" y="3123266"/>
              <a:ext cx="10630" cy="14068"/>
            </a:xfrm>
            <a:custGeom>
              <a:rect b="b" l="l" r="r" t="t"/>
              <a:pathLst>
                <a:path extrusionOk="0" h="442" w="334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287"/>
                  </a:lnTo>
                  <a:cubicBezTo>
                    <a:pt x="1" y="370"/>
                    <a:pt x="84" y="442"/>
                    <a:pt x="167" y="442"/>
                  </a:cubicBezTo>
                  <a:cubicBezTo>
                    <a:pt x="263" y="442"/>
                    <a:pt x="334" y="370"/>
                    <a:pt x="334" y="287"/>
                  </a:cubicBezTo>
                  <a:lnTo>
                    <a:pt x="334" y="168"/>
                  </a:lnTo>
                  <a:cubicBezTo>
                    <a:pt x="334" y="72"/>
                    <a:pt x="263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52"/>
            <p:cNvSpPr/>
            <p:nvPr/>
          </p:nvSpPr>
          <p:spPr>
            <a:xfrm>
              <a:off x="7976174" y="2925108"/>
              <a:ext cx="334666" cy="334634"/>
            </a:xfrm>
            <a:custGeom>
              <a:rect b="b" l="l" r="r" t="t"/>
              <a:pathLst>
                <a:path extrusionOk="0" h="10514" w="10515">
                  <a:moveTo>
                    <a:pt x="5109" y="655"/>
                  </a:moveTo>
                  <a:lnTo>
                    <a:pt x="5109" y="2762"/>
                  </a:lnTo>
                  <a:lnTo>
                    <a:pt x="4704" y="2762"/>
                  </a:lnTo>
                  <a:lnTo>
                    <a:pt x="4704" y="655"/>
                  </a:lnTo>
                  <a:close/>
                  <a:moveTo>
                    <a:pt x="7549" y="655"/>
                  </a:moveTo>
                  <a:lnTo>
                    <a:pt x="7549" y="738"/>
                  </a:lnTo>
                  <a:lnTo>
                    <a:pt x="7549" y="750"/>
                  </a:lnTo>
                  <a:lnTo>
                    <a:pt x="7549" y="1584"/>
                  </a:lnTo>
                  <a:lnTo>
                    <a:pt x="7549" y="1774"/>
                  </a:lnTo>
                  <a:cubicBezTo>
                    <a:pt x="7442" y="1667"/>
                    <a:pt x="7311" y="1572"/>
                    <a:pt x="7157" y="1536"/>
                  </a:cubicBezTo>
                  <a:cubicBezTo>
                    <a:pt x="7122" y="1527"/>
                    <a:pt x="7085" y="1523"/>
                    <a:pt x="7048" y="1523"/>
                  </a:cubicBezTo>
                  <a:cubicBezTo>
                    <a:pt x="6935" y="1523"/>
                    <a:pt x="6818" y="1565"/>
                    <a:pt x="6728" y="1655"/>
                  </a:cubicBezTo>
                  <a:cubicBezTo>
                    <a:pt x="6716" y="1667"/>
                    <a:pt x="6371" y="1965"/>
                    <a:pt x="6811" y="2584"/>
                  </a:cubicBezTo>
                  <a:cubicBezTo>
                    <a:pt x="6859" y="2643"/>
                    <a:pt x="6907" y="2691"/>
                    <a:pt x="6918" y="2762"/>
                  </a:cubicBezTo>
                  <a:lnTo>
                    <a:pt x="5430" y="2762"/>
                  </a:lnTo>
                  <a:lnTo>
                    <a:pt x="5430" y="655"/>
                  </a:lnTo>
                  <a:close/>
                  <a:moveTo>
                    <a:pt x="2359" y="523"/>
                  </a:moveTo>
                  <a:cubicBezTo>
                    <a:pt x="2823" y="523"/>
                    <a:pt x="3485" y="630"/>
                    <a:pt x="3620" y="833"/>
                  </a:cubicBezTo>
                  <a:cubicBezTo>
                    <a:pt x="3644" y="881"/>
                    <a:pt x="3704" y="917"/>
                    <a:pt x="3763" y="917"/>
                  </a:cubicBezTo>
                  <a:lnTo>
                    <a:pt x="4359" y="917"/>
                  </a:lnTo>
                  <a:lnTo>
                    <a:pt x="4359" y="2500"/>
                  </a:lnTo>
                  <a:lnTo>
                    <a:pt x="3954" y="2500"/>
                  </a:lnTo>
                  <a:cubicBezTo>
                    <a:pt x="3894" y="2500"/>
                    <a:pt x="3847" y="2536"/>
                    <a:pt x="3823" y="2560"/>
                  </a:cubicBezTo>
                  <a:cubicBezTo>
                    <a:pt x="3466" y="3024"/>
                    <a:pt x="3275" y="3072"/>
                    <a:pt x="3037" y="3119"/>
                  </a:cubicBezTo>
                  <a:cubicBezTo>
                    <a:pt x="2858" y="3143"/>
                    <a:pt x="2644" y="3191"/>
                    <a:pt x="2358" y="3381"/>
                  </a:cubicBezTo>
                  <a:cubicBezTo>
                    <a:pt x="2174" y="3515"/>
                    <a:pt x="2037" y="3549"/>
                    <a:pt x="1955" y="3549"/>
                  </a:cubicBezTo>
                  <a:cubicBezTo>
                    <a:pt x="1921" y="3549"/>
                    <a:pt x="1896" y="3543"/>
                    <a:pt x="1882" y="3536"/>
                  </a:cubicBezTo>
                  <a:cubicBezTo>
                    <a:pt x="1846" y="3477"/>
                    <a:pt x="1846" y="3417"/>
                    <a:pt x="1846" y="3381"/>
                  </a:cubicBezTo>
                  <a:cubicBezTo>
                    <a:pt x="1882" y="3203"/>
                    <a:pt x="2168" y="3000"/>
                    <a:pt x="2346" y="2905"/>
                  </a:cubicBezTo>
                  <a:cubicBezTo>
                    <a:pt x="2442" y="2858"/>
                    <a:pt x="2466" y="2762"/>
                    <a:pt x="2430" y="2679"/>
                  </a:cubicBezTo>
                  <a:cubicBezTo>
                    <a:pt x="2394" y="2619"/>
                    <a:pt x="2335" y="2596"/>
                    <a:pt x="2263" y="2596"/>
                  </a:cubicBezTo>
                  <a:lnTo>
                    <a:pt x="715" y="2596"/>
                  </a:lnTo>
                  <a:cubicBezTo>
                    <a:pt x="644" y="2596"/>
                    <a:pt x="584" y="2536"/>
                    <a:pt x="584" y="2465"/>
                  </a:cubicBezTo>
                  <a:lnTo>
                    <a:pt x="584" y="2441"/>
                  </a:lnTo>
                  <a:cubicBezTo>
                    <a:pt x="584" y="2369"/>
                    <a:pt x="644" y="2310"/>
                    <a:pt x="715" y="2310"/>
                  </a:cubicBezTo>
                  <a:lnTo>
                    <a:pt x="2132" y="2310"/>
                  </a:lnTo>
                  <a:cubicBezTo>
                    <a:pt x="2215" y="2310"/>
                    <a:pt x="2287" y="2238"/>
                    <a:pt x="2287" y="2143"/>
                  </a:cubicBezTo>
                  <a:cubicBezTo>
                    <a:pt x="2287" y="2060"/>
                    <a:pt x="2215" y="1988"/>
                    <a:pt x="2132" y="1988"/>
                  </a:cubicBezTo>
                  <a:lnTo>
                    <a:pt x="715" y="1988"/>
                  </a:lnTo>
                  <a:lnTo>
                    <a:pt x="441" y="2012"/>
                  </a:lnTo>
                  <a:cubicBezTo>
                    <a:pt x="370" y="2012"/>
                    <a:pt x="310" y="1953"/>
                    <a:pt x="310" y="1881"/>
                  </a:cubicBezTo>
                  <a:lnTo>
                    <a:pt x="310" y="1869"/>
                  </a:lnTo>
                  <a:cubicBezTo>
                    <a:pt x="310" y="1786"/>
                    <a:pt x="370" y="1726"/>
                    <a:pt x="441" y="1726"/>
                  </a:cubicBezTo>
                  <a:lnTo>
                    <a:pt x="2156" y="1726"/>
                  </a:lnTo>
                  <a:cubicBezTo>
                    <a:pt x="2251" y="1726"/>
                    <a:pt x="2323" y="1655"/>
                    <a:pt x="2323" y="1572"/>
                  </a:cubicBezTo>
                  <a:cubicBezTo>
                    <a:pt x="2323" y="1476"/>
                    <a:pt x="2251" y="1405"/>
                    <a:pt x="2156" y="1405"/>
                  </a:cubicBezTo>
                  <a:lnTo>
                    <a:pt x="691" y="1405"/>
                  </a:lnTo>
                  <a:cubicBezTo>
                    <a:pt x="632" y="1393"/>
                    <a:pt x="596" y="1345"/>
                    <a:pt x="596" y="1286"/>
                  </a:cubicBezTo>
                  <a:lnTo>
                    <a:pt x="596" y="1274"/>
                  </a:lnTo>
                  <a:cubicBezTo>
                    <a:pt x="596" y="1191"/>
                    <a:pt x="656" y="1131"/>
                    <a:pt x="727" y="1131"/>
                  </a:cubicBezTo>
                  <a:lnTo>
                    <a:pt x="2156" y="1131"/>
                  </a:lnTo>
                  <a:cubicBezTo>
                    <a:pt x="2239" y="1131"/>
                    <a:pt x="2323" y="1060"/>
                    <a:pt x="2323" y="976"/>
                  </a:cubicBezTo>
                  <a:cubicBezTo>
                    <a:pt x="2323" y="881"/>
                    <a:pt x="2239" y="810"/>
                    <a:pt x="2156" y="810"/>
                  </a:cubicBezTo>
                  <a:lnTo>
                    <a:pt x="1442" y="810"/>
                  </a:lnTo>
                  <a:cubicBezTo>
                    <a:pt x="1370" y="810"/>
                    <a:pt x="1311" y="750"/>
                    <a:pt x="1311" y="679"/>
                  </a:cubicBezTo>
                  <a:lnTo>
                    <a:pt x="1311" y="655"/>
                  </a:lnTo>
                  <a:cubicBezTo>
                    <a:pt x="1311" y="583"/>
                    <a:pt x="1370" y="524"/>
                    <a:pt x="1442" y="524"/>
                  </a:cubicBezTo>
                  <a:lnTo>
                    <a:pt x="2287" y="524"/>
                  </a:lnTo>
                  <a:cubicBezTo>
                    <a:pt x="2310" y="523"/>
                    <a:pt x="2334" y="523"/>
                    <a:pt x="2359" y="523"/>
                  </a:cubicBezTo>
                  <a:close/>
                  <a:moveTo>
                    <a:pt x="8633" y="310"/>
                  </a:moveTo>
                  <a:cubicBezTo>
                    <a:pt x="8704" y="310"/>
                    <a:pt x="8764" y="369"/>
                    <a:pt x="8764" y="452"/>
                  </a:cubicBezTo>
                  <a:lnTo>
                    <a:pt x="8764" y="691"/>
                  </a:lnTo>
                  <a:lnTo>
                    <a:pt x="8764" y="726"/>
                  </a:lnTo>
                  <a:lnTo>
                    <a:pt x="8764" y="1107"/>
                  </a:lnTo>
                  <a:lnTo>
                    <a:pt x="8764" y="1131"/>
                  </a:lnTo>
                  <a:lnTo>
                    <a:pt x="8764" y="2155"/>
                  </a:lnTo>
                  <a:cubicBezTo>
                    <a:pt x="8764" y="2250"/>
                    <a:pt x="8835" y="2322"/>
                    <a:pt x="8931" y="2322"/>
                  </a:cubicBezTo>
                  <a:cubicBezTo>
                    <a:pt x="9014" y="2322"/>
                    <a:pt x="9085" y="2250"/>
                    <a:pt x="9085" y="2155"/>
                  </a:cubicBezTo>
                  <a:lnTo>
                    <a:pt x="9085" y="1012"/>
                  </a:lnTo>
                  <a:lnTo>
                    <a:pt x="9085" y="988"/>
                  </a:lnTo>
                  <a:lnTo>
                    <a:pt x="9085" y="953"/>
                  </a:lnTo>
                  <a:lnTo>
                    <a:pt x="9085" y="702"/>
                  </a:lnTo>
                  <a:cubicBezTo>
                    <a:pt x="9109" y="643"/>
                    <a:pt x="9145" y="595"/>
                    <a:pt x="9204" y="595"/>
                  </a:cubicBezTo>
                  <a:lnTo>
                    <a:pt x="9228" y="595"/>
                  </a:lnTo>
                  <a:cubicBezTo>
                    <a:pt x="9300" y="595"/>
                    <a:pt x="9359" y="655"/>
                    <a:pt x="9359" y="726"/>
                  </a:cubicBezTo>
                  <a:lnTo>
                    <a:pt x="9359" y="1322"/>
                  </a:lnTo>
                  <a:lnTo>
                    <a:pt x="9359" y="1441"/>
                  </a:lnTo>
                  <a:lnTo>
                    <a:pt x="9359" y="2155"/>
                  </a:lnTo>
                  <a:cubicBezTo>
                    <a:pt x="9359" y="2250"/>
                    <a:pt x="9431" y="2322"/>
                    <a:pt x="9526" y="2322"/>
                  </a:cubicBezTo>
                  <a:cubicBezTo>
                    <a:pt x="9609" y="2322"/>
                    <a:pt x="9681" y="2250"/>
                    <a:pt x="9681" y="2155"/>
                  </a:cubicBezTo>
                  <a:lnTo>
                    <a:pt x="9681" y="1441"/>
                  </a:lnTo>
                  <a:cubicBezTo>
                    <a:pt x="9681" y="1369"/>
                    <a:pt x="9740" y="1310"/>
                    <a:pt x="9824" y="1310"/>
                  </a:cubicBezTo>
                  <a:lnTo>
                    <a:pt x="9835" y="1310"/>
                  </a:lnTo>
                  <a:cubicBezTo>
                    <a:pt x="9907" y="1310"/>
                    <a:pt x="9966" y="1369"/>
                    <a:pt x="9966" y="1441"/>
                  </a:cubicBezTo>
                  <a:lnTo>
                    <a:pt x="9966" y="2298"/>
                  </a:lnTo>
                  <a:cubicBezTo>
                    <a:pt x="9978" y="2750"/>
                    <a:pt x="9883" y="3489"/>
                    <a:pt x="9657" y="3620"/>
                  </a:cubicBezTo>
                  <a:cubicBezTo>
                    <a:pt x="9609" y="3643"/>
                    <a:pt x="9585" y="3703"/>
                    <a:pt x="9585" y="3762"/>
                  </a:cubicBezTo>
                  <a:lnTo>
                    <a:pt x="9585" y="4358"/>
                  </a:lnTo>
                  <a:lnTo>
                    <a:pt x="7990" y="4358"/>
                  </a:lnTo>
                  <a:lnTo>
                    <a:pt x="7990" y="3965"/>
                  </a:lnTo>
                  <a:cubicBezTo>
                    <a:pt x="7990" y="3905"/>
                    <a:pt x="7954" y="3858"/>
                    <a:pt x="7930" y="3822"/>
                  </a:cubicBezTo>
                  <a:cubicBezTo>
                    <a:pt x="7466" y="3465"/>
                    <a:pt x="7419" y="3274"/>
                    <a:pt x="7383" y="3036"/>
                  </a:cubicBezTo>
                  <a:cubicBezTo>
                    <a:pt x="7347" y="2858"/>
                    <a:pt x="7299" y="2655"/>
                    <a:pt x="7109" y="2369"/>
                  </a:cubicBezTo>
                  <a:cubicBezTo>
                    <a:pt x="6918" y="2096"/>
                    <a:pt x="6930" y="1941"/>
                    <a:pt x="6966" y="1893"/>
                  </a:cubicBezTo>
                  <a:cubicBezTo>
                    <a:pt x="7026" y="1845"/>
                    <a:pt x="7085" y="1845"/>
                    <a:pt x="7109" y="1845"/>
                  </a:cubicBezTo>
                  <a:cubicBezTo>
                    <a:pt x="7288" y="1893"/>
                    <a:pt x="7502" y="2179"/>
                    <a:pt x="7585" y="2357"/>
                  </a:cubicBezTo>
                  <a:cubicBezTo>
                    <a:pt x="7603" y="2418"/>
                    <a:pt x="7658" y="2460"/>
                    <a:pt x="7718" y="2460"/>
                  </a:cubicBezTo>
                  <a:cubicBezTo>
                    <a:pt x="7741" y="2460"/>
                    <a:pt x="7765" y="2454"/>
                    <a:pt x="7788" y="2441"/>
                  </a:cubicBezTo>
                  <a:cubicBezTo>
                    <a:pt x="7847" y="2417"/>
                    <a:pt x="7871" y="2357"/>
                    <a:pt x="7871" y="2286"/>
                  </a:cubicBezTo>
                  <a:lnTo>
                    <a:pt x="7871" y="2262"/>
                  </a:lnTo>
                  <a:lnTo>
                    <a:pt x="7871" y="1584"/>
                  </a:lnTo>
                  <a:lnTo>
                    <a:pt x="7871" y="750"/>
                  </a:lnTo>
                  <a:lnTo>
                    <a:pt x="7871" y="726"/>
                  </a:lnTo>
                  <a:cubicBezTo>
                    <a:pt x="7871" y="655"/>
                    <a:pt x="7930" y="595"/>
                    <a:pt x="8002" y="595"/>
                  </a:cubicBezTo>
                  <a:lnTo>
                    <a:pt x="8014" y="595"/>
                  </a:lnTo>
                  <a:cubicBezTo>
                    <a:pt x="8097" y="595"/>
                    <a:pt x="8157" y="655"/>
                    <a:pt x="8157" y="726"/>
                  </a:cubicBezTo>
                  <a:lnTo>
                    <a:pt x="8157" y="2143"/>
                  </a:lnTo>
                  <a:cubicBezTo>
                    <a:pt x="8157" y="2238"/>
                    <a:pt x="8228" y="2310"/>
                    <a:pt x="8311" y="2310"/>
                  </a:cubicBezTo>
                  <a:cubicBezTo>
                    <a:pt x="8407" y="2310"/>
                    <a:pt x="8478" y="2238"/>
                    <a:pt x="8478" y="2143"/>
                  </a:cubicBezTo>
                  <a:lnTo>
                    <a:pt x="8478" y="726"/>
                  </a:lnTo>
                  <a:lnTo>
                    <a:pt x="8478" y="452"/>
                  </a:lnTo>
                  <a:cubicBezTo>
                    <a:pt x="8478" y="369"/>
                    <a:pt x="8538" y="310"/>
                    <a:pt x="8609" y="310"/>
                  </a:cubicBezTo>
                  <a:close/>
                  <a:moveTo>
                    <a:pt x="1763" y="2941"/>
                  </a:moveTo>
                  <a:cubicBezTo>
                    <a:pt x="1668" y="3036"/>
                    <a:pt x="1561" y="3179"/>
                    <a:pt x="1537" y="3322"/>
                  </a:cubicBezTo>
                  <a:cubicBezTo>
                    <a:pt x="1501" y="3477"/>
                    <a:pt x="1537" y="3631"/>
                    <a:pt x="1656" y="3750"/>
                  </a:cubicBezTo>
                  <a:cubicBezTo>
                    <a:pt x="1668" y="3774"/>
                    <a:pt x="1763" y="3881"/>
                    <a:pt x="1989" y="3881"/>
                  </a:cubicBezTo>
                  <a:cubicBezTo>
                    <a:pt x="2144" y="3881"/>
                    <a:pt x="2335" y="3834"/>
                    <a:pt x="2573" y="3667"/>
                  </a:cubicBezTo>
                  <a:cubicBezTo>
                    <a:pt x="2632" y="3620"/>
                    <a:pt x="2692" y="3572"/>
                    <a:pt x="2751" y="3560"/>
                  </a:cubicBezTo>
                  <a:lnTo>
                    <a:pt x="2751" y="5048"/>
                  </a:lnTo>
                  <a:lnTo>
                    <a:pt x="656" y="5048"/>
                  </a:lnTo>
                  <a:lnTo>
                    <a:pt x="656" y="2941"/>
                  </a:lnTo>
                  <a:close/>
                  <a:moveTo>
                    <a:pt x="9824" y="4703"/>
                  </a:moveTo>
                  <a:lnTo>
                    <a:pt x="9824" y="5108"/>
                  </a:lnTo>
                  <a:lnTo>
                    <a:pt x="7728" y="5108"/>
                  </a:lnTo>
                  <a:lnTo>
                    <a:pt x="7728" y="4703"/>
                  </a:lnTo>
                  <a:close/>
                  <a:moveTo>
                    <a:pt x="2751" y="5370"/>
                  </a:moveTo>
                  <a:lnTo>
                    <a:pt x="2751" y="5775"/>
                  </a:lnTo>
                  <a:lnTo>
                    <a:pt x="656" y="5775"/>
                  </a:lnTo>
                  <a:lnTo>
                    <a:pt x="656" y="5370"/>
                  </a:lnTo>
                  <a:close/>
                  <a:moveTo>
                    <a:pt x="4359" y="2858"/>
                  </a:moveTo>
                  <a:lnTo>
                    <a:pt x="4359" y="2917"/>
                  </a:lnTo>
                  <a:cubicBezTo>
                    <a:pt x="4359" y="3012"/>
                    <a:pt x="4430" y="3084"/>
                    <a:pt x="4525" y="3084"/>
                  </a:cubicBezTo>
                  <a:lnTo>
                    <a:pt x="7014" y="3084"/>
                  </a:lnTo>
                  <a:lnTo>
                    <a:pt x="7014" y="3096"/>
                  </a:lnTo>
                  <a:cubicBezTo>
                    <a:pt x="7049" y="3369"/>
                    <a:pt x="7109" y="3655"/>
                    <a:pt x="7621" y="4048"/>
                  </a:cubicBezTo>
                  <a:lnTo>
                    <a:pt x="7621" y="4370"/>
                  </a:lnTo>
                  <a:lnTo>
                    <a:pt x="7561" y="4370"/>
                  </a:lnTo>
                  <a:cubicBezTo>
                    <a:pt x="7466" y="4370"/>
                    <a:pt x="7395" y="4441"/>
                    <a:pt x="7395" y="4524"/>
                  </a:cubicBezTo>
                  <a:lnTo>
                    <a:pt x="7395" y="7013"/>
                  </a:lnTo>
                  <a:lnTo>
                    <a:pt x="7383" y="7013"/>
                  </a:lnTo>
                  <a:cubicBezTo>
                    <a:pt x="7109" y="7060"/>
                    <a:pt x="6823" y="7120"/>
                    <a:pt x="6430" y="7620"/>
                  </a:cubicBezTo>
                  <a:lnTo>
                    <a:pt x="6121" y="7620"/>
                  </a:lnTo>
                  <a:lnTo>
                    <a:pt x="6121" y="7560"/>
                  </a:lnTo>
                  <a:cubicBezTo>
                    <a:pt x="6121" y="7477"/>
                    <a:pt x="6037" y="7406"/>
                    <a:pt x="5954" y="7406"/>
                  </a:cubicBezTo>
                  <a:lnTo>
                    <a:pt x="3466" y="7406"/>
                  </a:lnTo>
                  <a:lnTo>
                    <a:pt x="3466" y="7382"/>
                  </a:lnTo>
                  <a:cubicBezTo>
                    <a:pt x="3418" y="7120"/>
                    <a:pt x="3358" y="6834"/>
                    <a:pt x="2858" y="6429"/>
                  </a:cubicBezTo>
                  <a:lnTo>
                    <a:pt x="2858" y="6120"/>
                  </a:lnTo>
                  <a:lnTo>
                    <a:pt x="2918" y="6120"/>
                  </a:lnTo>
                  <a:cubicBezTo>
                    <a:pt x="3001" y="6120"/>
                    <a:pt x="3085" y="6048"/>
                    <a:pt x="3085" y="5953"/>
                  </a:cubicBezTo>
                  <a:lnTo>
                    <a:pt x="3085" y="3477"/>
                  </a:lnTo>
                  <a:lnTo>
                    <a:pt x="3097" y="3477"/>
                  </a:lnTo>
                  <a:cubicBezTo>
                    <a:pt x="3358" y="3429"/>
                    <a:pt x="3644" y="3369"/>
                    <a:pt x="4049" y="2858"/>
                  </a:cubicBezTo>
                  <a:close/>
                  <a:moveTo>
                    <a:pt x="5787" y="7727"/>
                  </a:moveTo>
                  <a:lnTo>
                    <a:pt x="5787" y="9823"/>
                  </a:lnTo>
                  <a:lnTo>
                    <a:pt x="5383" y="9823"/>
                  </a:lnTo>
                  <a:lnTo>
                    <a:pt x="5383" y="7727"/>
                  </a:lnTo>
                  <a:close/>
                  <a:moveTo>
                    <a:pt x="8490" y="6933"/>
                  </a:moveTo>
                  <a:cubicBezTo>
                    <a:pt x="8530" y="6933"/>
                    <a:pt x="8558" y="6942"/>
                    <a:pt x="8573" y="6953"/>
                  </a:cubicBezTo>
                  <a:cubicBezTo>
                    <a:pt x="8621" y="7013"/>
                    <a:pt x="8621" y="7072"/>
                    <a:pt x="8621" y="7108"/>
                  </a:cubicBezTo>
                  <a:cubicBezTo>
                    <a:pt x="8573" y="7287"/>
                    <a:pt x="8288" y="7489"/>
                    <a:pt x="8109" y="7584"/>
                  </a:cubicBezTo>
                  <a:cubicBezTo>
                    <a:pt x="8026" y="7620"/>
                    <a:pt x="7990" y="7727"/>
                    <a:pt x="8038" y="7799"/>
                  </a:cubicBezTo>
                  <a:cubicBezTo>
                    <a:pt x="8061" y="7858"/>
                    <a:pt x="8121" y="7894"/>
                    <a:pt x="8204" y="7894"/>
                  </a:cubicBezTo>
                  <a:lnTo>
                    <a:pt x="9740" y="7894"/>
                  </a:lnTo>
                  <a:cubicBezTo>
                    <a:pt x="9824" y="7894"/>
                    <a:pt x="9883" y="7953"/>
                    <a:pt x="9883" y="8025"/>
                  </a:cubicBezTo>
                  <a:lnTo>
                    <a:pt x="9883" y="8037"/>
                  </a:lnTo>
                  <a:cubicBezTo>
                    <a:pt x="9883" y="8120"/>
                    <a:pt x="9824" y="8180"/>
                    <a:pt x="9740" y="8180"/>
                  </a:cubicBezTo>
                  <a:lnTo>
                    <a:pt x="8335" y="8180"/>
                  </a:lnTo>
                  <a:cubicBezTo>
                    <a:pt x="8240" y="8180"/>
                    <a:pt x="8169" y="8251"/>
                    <a:pt x="8169" y="8334"/>
                  </a:cubicBezTo>
                  <a:cubicBezTo>
                    <a:pt x="8169" y="8430"/>
                    <a:pt x="8240" y="8501"/>
                    <a:pt x="8335" y="8501"/>
                  </a:cubicBezTo>
                  <a:lnTo>
                    <a:pt x="10026" y="8501"/>
                  </a:lnTo>
                  <a:cubicBezTo>
                    <a:pt x="10034" y="8500"/>
                    <a:pt x="10043" y="8499"/>
                    <a:pt x="10051" y="8499"/>
                  </a:cubicBezTo>
                  <a:cubicBezTo>
                    <a:pt x="10121" y="8499"/>
                    <a:pt x="10169" y="8545"/>
                    <a:pt x="10169" y="8620"/>
                  </a:cubicBezTo>
                  <a:cubicBezTo>
                    <a:pt x="10169" y="8692"/>
                    <a:pt x="10097" y="8751"/>
                    <a:pt x="10026" y="8751"/>
                  </a:cubicBezTo>
                  <a:lnTo>
                    <a:pt x="8311" y="8751"/>
                  </a:lnTo>
                  <a:cubicBezTo>
                    <a:pt x="8228" y="8751"/>
                    <a:pt x="8157" y="8834"/>
                    <a:pt x="8157" y="8918"/>
                  </a:cubicBezTo>
                  <a:cubicBezTo>
                    <a:pt x="8157" y="9013"/>
                    <a:pt x="8228" y="9084"/>
                    <a:pt x="8311" y="9084"/>
                  </a:cubicBezTo>
                  <a:lnTo>
                    <a:pt x="9776" y="9084"/>
                  </a:lnTo>
                  <a:cubicBezTo>
                    <a:pt x="9835" y="9096"/>
                    <a:pt x="9883" y="9144"/>
                    <a:pt x="9883" y="9204"/>
                  </a:cubicBezTo>
                  <a:lnTo>
                    <a:pt x="9883" y="9215"/>
                  </a:lnTo>
                  <a:cubicBezTo>
                    <a:pt x="9883" y="9287"/>
                    <a:pt x="9824" y="9346"/>
                    <a:pt x="9752" y="9346"/>
                  </a:cubicBezTo>
                  <a:lnTo>
                    <a:pt x="8323" y="9346"/>
                  </a:lnTo>
                  <a:cubicBezTo>
                    <a:pt x="8228" y="9346"/>
                    <a:pt x="8157" y="9430"/>
                    <a:pt x="8157" y="9513"/>
                  </a:cubicBezTo>
                  <a:cubicBezTo>
                    <a:pt x="8157" y="9608"/>
                    <a:pt x="8228" y="9680"/>
                    <a:pt x="8323" y="9680"/>
                  </a:cubicBezTo>
                  <a:lnTo>
                    <a:pt x="9038" y="9680"/>
                  </a:lnTo>
                  <a:cubicBezTo>
                    <a:pt x="9109" y="9680"/>
                    <a:pt x="9169" y="9739"/>
                    <a:pt x="9169" y="9811"/>
                  </a:cubicBezTo>
                  <a:lnTo>
                    <a:pt x="9169" y="9823"/>
                  </a:lnTo>
                  <a:cubicBezTo>
                    <a:pt x="9169" y="9906"/>
                    <a:pt x="9109" y="9966"/>
                    <a:pt x="9038" y="9966"/>
                  </a:cubicBezTo>
                  <a:lnTo>
                    <a:pt x="8181" y="9966"/>
                  </a:lnTo>
                  <a:cubicBezTo>
                    <a:pt x="8151" y="9967"/>
                    <a:pt x="8120" y="9967"/>
                    <a:pt x="8088" y="9967"/>
                  </a:cubicBezTo>
                  <a:cubicBezTo>
                    <a:pt x="7740" y="9967"/>
                    <a:pt x="7288" y="9907"/>
                    <a:pt x="7026" y="9787"/>
                  </a:cubicBezTo>
                  <a:lnTo>
                    <a:pt x="7014" y="9763"/>
                  </a:lnTo>
                  <a:cubicBezTo>
                    <a:pt x="6978" y="9727"/>
                    <a:pt x="6930" y="9704"/>
                    <a:pt x="6895" y="9704"/>
                  </a:cubicBezTo>
                  <a:cubicBezTo>
                    <a:pt x="6871" y="9692"/>
                    <a:pt x="6859" y="9680"/>
                    <a:pt x="6847" y="9644"/>
                  </a:cubicBezTo>
                  <a:cubicBezTo>
                    <a:pt x="6811" y="9608"/>
                    <a:pt x="6752" y="9573"/>
                    <a:pt x="6692" y="9573"/>
                  </a:cubicBezTo>
                  <a:lnTo>
                    <a:pt x="6097" y="9573"/>
                  </a:lnTo>
                  <a:lnTo>
                    <a:pt x="6097" y="7977"/>
                  </a:lnTo>
                  <a:lnTo>
                    <a:pt x="6502" y="7977"/>
                  </a:lnTo>
                  <a:cubicBezTo>
                    <a:pt x="6561" y="7977"/>
                    <a:pt x="6609" y="7953"/>
                    <a:pt x="6633" y="7918"/>
                  </a:cubicBezTo>
                  <a:cubicBezTo>
                    <a:pt x="6990" y="7453"/>
                    <a:pt x="7192" y="7418"/>
                    <a:pt x="7430" y="7370"/>
                  </a:cubicBezTo>
                  <a:cubicBezTo>
                    <a:pt x="7609" y="7334"/>
                    <a:pt x="7811" y="7299"/>
                    <a:pt x="8097" y="7108"/>
                  </a:cubicBezTo>
                  <a:cubicBezTo>
                    <a:pt x="8274" y="6972"/>
                    <a:pt x="8407" y="6933"/>
                    <a:pt x="8490" y="6933"/>
                  </a:cubicBezTo>
                  <a:close/>
                  <a:moveTo>
                    <a:pt x="2501" y="6132"/>
                  </a:moveTo>
                  <a:lnTo>
                    <a:pt x="2501" y="6537"/>
                  </a:lnTo>
                  <a:cubicBezTo>
                    <a:pt x="2501" y="6596"/>
                    <a:pt x="2525" y="6644"/>
                    <a:pt x="2561" y="6668"/>
                  </a:cubicBezTo>
                  <a:cubicBezTo>
                    <a:pt x="3025" y="7025"/>
                    <a:pt x="3061" y="7227"/>
                    <a:pt x="3108" y="7465"/>
                  </a:cubicBezTo>
                  <a:cubicBezTo>
                    <a:pt x="3120" y="7501"/>
                    <a:pt x="3120" y="7560"/>
                    <a:pt x="3144" y="7608"/>
                  </a:cubicBezTo>
                  <a:cubicBezTo>
                    <a:pt x="3168" y="7763"/>
                    <a:pt x="3228" y="7918"/>
                    <a:pt x="3382" y="8120"/>
                  </a:cubicBezTo>
                  <a:cubicBezTo>
                    <a:pt x="3597" y="8382"/>
                    <a:pt x="3585" y="8537"/>
                    <a:pt x="3561" y="8596"/>
                  </a:cubicBezTo>
                  <a:cubicBezTo>
                    <a:pt x="3501" y="8632"/>
                    <a:pt x="3442" y="8632"/>
                    <a:pt x="3406" y="8632"/>
                  </a:cubicBezTo>
                  <a:cubicBezTo>
                    <a:pt x="3228" y="8596"/>
                    <a:pt x="3025" y="8311"/>
                    <a:pt x="2930" y="8132"/>
                  </a:cubicBezTo>
                  <a:cubicBezTo>
                    <a:pt x="2896" y="8064"/>
                    <a:pt x="2838" y="8033"/>
                    <a:pt x="2778" y="8033"/>
                  </a:cubicBezTo>
                  <a:cubicBezTo>
                    <a:pt x="2753" y="8033"/>
                    <a:pt x="2728" y="8038"/>
                    <a:pt x="2704" y="8049"/>
                  </a:cubicBezTo>
                  <a:cubicBezTo>
                    <a:pt x="2644" y="8084"/>
                    <a:pt x="2620" y="8144"/>
                    <a:pt x="2620" y="8215"/>
                  </a:cubicBezTo>
                  <a:lnTo>
                    <a:pt x="2620" y="8239"/>
                  </a:lnTo>
                  <a:lnTo>
                    <a:pt x="2620" y="8918"/>
                  </a:lnTo>
                  <a:lnTo>
                    <a:pt x="2620" y="9751"/>
                  </a:lnTo>
                  <a:lnTo>
                    <a:pt x="2620" y="9763"/>
                  </a:lnTo>
                  <a:cubicBezTo>
                    <a:pt x="2620" y="9846"/>
                    <a:pt x="2561" y="9906"/>
                    <a:pt x="2489" y="9906"/>
                  </a:cubicBezTo>
                  <a:lnTo>
                    <a:pt x="2466" y="9906"/>
                  </a:lnTo>
                  <a:cubicBezTo>
                    <a:pt x="2394" y="9906"/>
                    <a:pt x="2335" y="9846"/>
                    <a:pt x="2335" y="9763"/>
                  </a:cubicBezTo>
                  <a:lnTo>
                    <a:pt x="2335" y="8358"/>
                  </a:lnTo>
                  <a:cubicBezTo>
                    <a:pt x="2335" y="8263"/>
                    <a:pt x="2263" y="8191"/>
                    <a:pt x="2168" y="8191"/>
                  </a:cubicBezTo>
                  <a:cubicBezTo>
                    <a:pt x="2085" y="8191"/>
                    <a:pt x="2013" y="8263"/>
                    <a:pt x="2013" y="8358"/>
                  </a:cubicBezTo>
                  <a:lnTo>
                    <a:pt x="2013" y="9763"/>
                  </a:lnTo>
                  <a:lnTo>
                    <a:pt x="2013" y="10049"/>
                  </a:lnTo>
                  <a:cubicBezTo>
                    <a:pt x="2013" y="10120"/>
                    <a:pt x="1954" y="10180"/>
                    <a:pt x="1870" y="10180"/>
                  </a:cubicBezTo>
                  <a:lnTo>
                    <a:pt x="1858" y="10180"/>
                  </a:lnTo>
                  <a:cubicBezTo>
                    <a:pt x="1787" y="10180"/>
                    <a:pt x="1727" y="10120"/>
                    <a:pt x="1727" y="10049"/>
                  </a:cubicBezTo>
                  <a:lnTo>
                    <a:pt x="1727" y="9811"/>
                  </a:lnTo>
                  <a:lnTo>
                    <a:pt x="1727" y="9763"/>
                  </a:lnTo>
                  <a:lnTo>
                    <a:pt x="1727" y="9394"/>
                  </a:lnTo>
                  <a:lnTo>
                    <a:pt x="1727" y="9370"/>
                  </a:lnTo>
                  <a:lnTo>
                    <a:pt x="1727" y="8334"/>
                  </a:lnTo>
                  <a:cubicBezTo>
                    <a:pt x="1727" y="8251"/>
                    <a:pt x="1656" y="8180"/>
                    <a:pt x="1561" y="8180"/>
                  </a:cubicBezTo>
                  <a:cubicBezTo>
                    <a:pt x="1477" y="8180"/>
                    <a:pt x="1394" y="8251"/>
                    <a:pt x="1394" y="8334"/>
                  </a:cubicBezTo>
                  <a:lnTo>
                    <a:pt x="1394" y="9489"/>
                  </a:lnTo>
                  <a:lnTo>
                    <a:pt x="1394" y="9513"/>
                  </a:lnTo>
                  <a:lnTo>
                    <a:pt x="1394" y="9549"/>
                  </a:lnTo>
                  <a:lnTo>
                    <a:pt x="1394" y="9799"/>
                  </a:lnTo>
                  <a:cubicBezTo>
                    <a:pt x="1382" y="9858"/>
                    <a:pt x="1334" y="9906"/>
                    <a:pt x="1275" y="9906"/>
                  </a:cubicBezTo>
                  <a:lnTo>
                    <a:pt x="1263" y="9906"/>
                  </a:lnTo>
                  <a:cubicBezTo>
                    <a:pt x="1192" y="9906"/>
                    <a:pt x="1132" y="9846"/>
                    <a:pt x="1132" y="9763"/>
                  </a:cubicBezTo>
                  <a:lnTo>
                    <a:pt x="1132" y="9168"/>
                  </a:lnTo>
                  <a:lnTo>
                    <a:pt x="1132" y="9049"/>
                  </a:lnTo>
                  <a:lnTo>
                    <a:pt x="1132" y="8334"/>
                  </a:lnTo>
                  <a:cubicBezTo>
                    <a:pt x="1132" y="8251"/>
                    <a:pt x="1061" y="8180"/>
                    <a:pt x="965" y="8180"/>
                  </a:cubicBezTo>
                  <a:cubicBezTo>
                    <a:pt x="882" y="8180"/>
                    <a:pt x="799" y="8251"/>
                    <a:pt x="799" y="8334"/>
                  </a:cubicBezTo>
                  <a:lnTo>
                    <a:pt x="799" y="9049"/>
                  </a:lnTo>
                  <a:cubicBezTo>
                    <a:pt x="799" y="9132"/>
                    <a:pt x="739" y="9192"/>
                    <a:pt x="668" y="9192"/>
                  </a:cubicBezTo>
                  <a:lnTo>
                    <a:pt x="656" y="9192"/>
                  </a:lnTo>
                  <a:cubicBezTo>
                    <a:pt x="584" y="9192"/>
                    <a:pt x="525" y="9132"/>
                    <a:pt x="525" y="9049"/>
                  </a:cubicBezTo>
                  <a:lnTo>
                    <a:pt x="525" y="8203"/>
                  </a:lnTo>
                  <a:cubicBezTo>
                    <a:pt x="501" y="7739"/>
                    <a:pt x="608" y="7013"/>
                    <a:pt x="834" y="6882"/>
                  </a:cubicBezTo>
                  <a:cubicBezTo>
                    <a:pt x="882" y="6846"/>
                    <a:pt x="906" y="6787"/>
                    <a:pt x="906" y="6727"/>
                  </a:cubicBezTo>
                  <a:lnTo>
                    <a:pt x="906" y="6132"/>
                  </a:lnTo>
                  <a:close/>
                  <a:moveTo>
                    <a:pt x="8621" y="0"/>
                  </a:moveTo>
                  <a:cubicBezTo>
                    <a:pt x="8407" y="0"/>
                    <a:pt x="8240" y="143"/>
                    <a:pt x="8181" y="321"/>
                  </a:cubicBezTo>
                  <a:cubicBezTo>
                    <a:pt x="8145" y="298"/>
                    <a:pt x="8085" y="286"/>
                    <a:pt x="8038" y="286"/>
                  </a:cubicBezTo>
                  <a:lnTo>
                    <a:pt x="8026" y="286"/>
                  </a:lnTo>
                  <a:cubicBezTo>
                    <a:pt x="7942" y="286"/>
                    <a:pt x="7859" y="298"/>
                    <a:pt x="7800" y="345"/>
                  </a:cubicBezTo>
                  <a:lnTo>
                    <a:pt x="4549" y="345"/>
                  </a:lnTo>
                  <a:cubicBezTo>
                    <a:pt x="4466" y="345"/>
                    <a:pt x="4394" y="417"/>
                    <a:pt x="4394" y="512"/>
                  </a:cubicBezTo>
                  <a:lnTo>
                    <a:pt x="4394" y="619"/>
                  </a:lnTo>
                  <a:lnTo>
                    <a:pt x="3870" y="619"/>
                  </a:lnTo>
                  <a:cubicBezTo>
                    <a:pt x="3704" y="441"/>
                    <a:pt x="3418" y="321"/>
                    <a:pt x="2977" y="262"/>
                  </a:cubicBezTo>
                  <a:cubicBezTo>
                    <a:pt x="2632" y="214"/>
                    <a:pt x="2335" y="214"/>
                    <a:pt x="2311" y="214"/>
                  </a:cubicBezTo>
                  <a:lnTo>
                    <a:pt x="1453" y="214"/>
                  </a:lnTo>
                  <a:cubicBezTo>
                    <a:pt x="1203" y="214"/>
                    <a:pt x="1001" y="417"/>
                    <a:pt x="1001" y="679"/>
                  </a:cubicBezTo>
                  <a:lnTo>
                    <a:pt x="1001" y="691"/>
                  </a:lnTo>
                  <a:cubicBezTo>
                    <a:pt x="1001" y="738"/>
                    <a:pt x="1001" y="774"/>
                    <a:pt x="1013" y="822"/>
                  </a:cubicBezTo>
                  <a:lnTo>
                    <a:pt x="739" y="822"/>
                  </a:lnTo>
                  <a:cubicBezTo>
                    <a:pt x="489" y="822"/>
                    <a:pt x="287" y="1036"/>
                    <a:pt x="287" y="1286"/>
                  </a:cubicBezTo>
                  <a:lnTo>
                    <a:pt x="287" y="1298"/>
                  </a:lnTo>
                  <a:cubicBezTo>
                    <a:pt x="287" y="1357"/>
                    <a:pt x="299" y="1405"/>
                    <a:pt x="310" y="1453"/>
                  </a:cubicBezTo>
                  <a:cubicBezTo>
                    <a:pt x="132" y="1512"/>
                    <a:pt x="1" y="1691"/>
                    <a:pt x="1" y="1881"/>
                  </a:cubicBezTo>
                  <a:lnTo>
                    <a:pt x="1" y="1893"/>
                  </a:lnTo>
                  <a:cubicBezTo>
                    <a:pt x="1" y="2107"/>
                    <a:pt x="132" y="2262"/>
                    <a:pt x="310" y="2322"/>
                  </a:cubicBezTo>
                  <a:cubicBezTo>
                    <a:pt x="299" y="2369"/>
                    <a:pt x="287" y="2429"/>
                    <a:pt x="287" y="2477"/>
                  </a:cubicBezTo>
                  <a:lnTo>
                    <a:pt x="287" y="2488"/>
                  </a:lnTo>
                  <a:cubicBezTo>
                    <a:pt x="287" y="2560"/>
                    <a:pt x="299" y="2655"/>
                    <a:pt x="346" y="2715"/>
                  </a:cubicBezTo>
                  <a:lnTo>
                    <a:pt x="346" y="5953"/>
                  </a:lnTo>
                  <a:cubicBezTo>
                    <a:pt x="346" y="6048"/>
                    <a:pt x="418" y="6120"/>
                    <a:pt x="501" y="6120"/>
                  </a:cubicBezTo>
                  <a:lnTo>
                    <a:pt x="608" y="6120"/>
                  </a:lnTo>
                  <a:lnTo>
                    <a:pt x="608" y="6644"/>
                  </a:lnTo>
                  <a:cubicBezTo>
                    <a:pt x="430" y="6810"/>
                    <a:pt x="310" y="7084"/>
                    <a:pt x="251" y="7537"/>
                  </a:cubicBezTo>
                  <a:cubicBezTo>
                    <a:pt x="203" y="7882"/>
                    <a:pt x="203" y="8180"/>
                    <a:pt x="203" y="8203"/>
                  </a:cubicBezTo>
                  <a:lnTo>
                    <a:pt x="203" y="9049"/>
                  </a:lnTo>
                  <a:cubicBezTo>
                    <a:pt x="203" y="9311"/>
                    <a:pt x="418" y="9513"/>
                    <a:pt x="668" y="9513"/>
                  </a:cubicBezTo>
                  <a:lnTo>
                    <a:pt x="680" y="9513"/>
                  </a:lnTo>
                  <a:cubicBezTo>
                    <a:pt x="727" y="9513"/>
                    <a:pt x="775" y="9513"/>
                    <a:pt x="822" y="9501"/>
                  </a:cubicBezTo>
                  <a:lnTo>
                    <a:pt x="822" y="9763"/>
                  </a:lnTo>
                  <a:cubicBezTo>
                    <a:pt x="822" y="10025"/>
                    <a:pt x="1025" y="10227"/>
                    <a:pt x="1275" y="10227"/>
                  </a:cubicBezTo>
                  <a:lnTo>
                    <a:pt x="1299" y="10227"/>
                  </a:lnTo>
                  <a:cubicBezTo>
                    <a:pt x="1358" y="10227"/>
                    <a:pt x="1394" y="10216"/>
                    <a:pt x="1442" y="10204"/>
                  </a:cubicBezTo>
                  <a:cubicBezTo>
                    <a:pt x="1501" y="10382"/>
                    <a:pt x="1680" y="10513"/>
                    <a:pt x="1870" y="10513"/>
                  </a:cubicBezTo>
                  <a:lnTo>
                    <a:pt x="1894" y="10513"/>
                  </a:lnTo>
                  <a:cubicBezTo>
                    <a:pt x="2096" y="10513"/>
                    <a:pt x="2263" y="10382"/>
                    <a:pt x="2323" y="10204"/>
                  </a:cubicBezTo>
                  <a:cubicBezTo>
                    <a:pt x="2370" y="10216"/>
                    <a:pt x="2430" y="10227"/>
                    <a:pt x="2466" y="10227"/>
                  </a:cubicBezTo>
                  <a:lnTo>
                    <a:pt x="2489" y="10227"/>
                  </a:lnTo>
                  <a:cubicBezTo>
                    <a:pt x="2561" y="10227"/>
                    <a:pt x="2644" y="10216"/>
                    <a:pt x="2704" y="10168"/>
                  </a:cubicBezTo>
                  <a:lnTo>
                    <a:pt x="3323" y="10168"/>
                  </a:lnTo>
                  <a:cubicBezTo>
                    <a:pt x="3406" y="10168"/>
                    <a:pt x="3478" y="10096"/>
                    <a:pt x="3478" y="10001"/>
                  </a:cubicBezTo>
                  <a:cubicBezTo>
                    <a:pt x="3478" y="9918"/>
                    <a:pt x="3406" y="9846"/>
                    <a:pt x="3323" y="9846"/>
                  </a:cubicBezTo>
                  <a:lnTo>
                    <a:pt x="2942" y="9846"/>
                  </a:lnTo>
                  <a:lnTo>
                    <a:pt x="2942" y="9763"/>
                  </a:lnTo>
                  <a:lnTo>
                    <a:pt x="2942" y="9751"/>
                  </a:lnTo>
                  <a:lnTo>
                    <a:pt x="2942" y="8918"/>
                  </a:lnTo>
                  <a:lnTo>
                    <a:pt x="2942" y="8727"/>
                  </a:lnTo>
                  <a:cubicBezTo>
                    <a:pt x="3049" y="8834"/>
                    <a:pt x="3180" y="8930"/>
                    <a:pt x="3335" y="8965"/>
                  </a:cubicBezTo>
                  <a:cubicBezTo>
                    <a:pt x="3358" y="8977"/>
                    <a:pt x="3406" y="8977"/>
                    <a:pt x="3442" y="8977"/>
                  </a:cubicBezTo>
                  <a:cubicBezTo>
                    <a:pt x="3561" y="8977"/>
                    <a:pt x="3656" y="8930"/>
                    <a:pt x="3763" y="8858"/>
                  </a:cubicBezTo>
                  <a:cubicBezTo>
                    <a:pt x="3775" y="8846"/>
                    <a:pt x="4120" y="8549"/>
                    <a:pt x="3680" y="7941"/>
                  </a:cubicBezTo>
                  <a:cubicBezTo>
                    <a:pt x="3632" y="7882"/>
                    <a:pt x="3585" y="7822"/>
                    <a:pt x="3573" y="7763"/>
                  </a:cubicBezTo>
                  <a:lnTo>
                    <a:pt x="5061" y="7763"/>
                  </a:lnTo>
                  <a:lnTo>
                    <a:pt x="5061" y="9858"/>
                  </a:lnTo>
                  <a:lnTo>
                    <a:pt x="3835" y="9858"/>
                  </a:lnTo>
                  <a:cubicBezTo>
                    <a:pt x="3751" y="9858"/>
                    <a:pt x="3680" y="9930"/>
                    <a:pt x="3680" y="10025"/>
                  </a:cubicBezTo>
                  <a:cubicBezTo>
                    <a:pt x="3680" y="10108"/>
                    <a:pt x="3751" y="10180"/>
                    <a:pt x="3835" y="10180"/>
                  </a:cubicBezTo>
                  <a:lnTo>
                    <a:pt x="5966" y="10180"/>
                  </a:lnTo>
                  <a:cubicBezTo>
                    <a:pt x="6061" y="10180"/>
                    <a:pt x="6133" y="10108"/>
                    <a:pt x="6133" y="10025"/>
                  </a:cubicBezTo>
                  <a:lnTo>
                    <a:pt x="6133" y="9918"/>
                  </a:lnTo>
                  <a:lnTo>
                    <a:pt x="6657" y="9918"/>
                  </a:lnTo>
                  <a:cubicBezTo>
                    <a:pt x="6811" y="10096"/>
                    <a:pt x="7097" y="10216"/>
                    <a:pt x="7549" y="10275"/>
                  </a:cubicBezTo>
                  <a:cubicBezTo>
                    <a:pt x="7811" y="10323"/>
                    <a:pt x="8061" y="10323"/>
                    <a:pt x="8169" y="10323"/>
                  </a:cubicBezTo>
                  <a:lnTo>
                    <a:pt x="9062" y="10323"/>
                  </a:lnTo>
                  <a:cubicBezTo>
                    <a:pt x="9312" y="10323"/>
                    <a:pt x="9526" y="10108"/>
                    <a:pt x="9526" y="9858"/>
                  </a:cubicBezTo>
                  <a:lnTo>
                    <a:pt x="9526" y="9846"/>
                  </a:lnTo>
                  <a:cubicBezTo>
                    <a:pt x="9526" y="9799"/>
                    <a:pt x="9526" y="9751"/>
                    <a:pt x="9514" y="9704"/>
                  </a:cubicBezTo>
                  <a:lnTo>
                    <a:pt x="9776" y="9704"/>
                  </a:lnTo>
                  <a:cubicBezTo>
                    <a:pt x="10026" y="9704"/>
                    <a:pt x="10240" y="9501"/>
                    <a:pt x="10240" y="9251"/>
                  </a:cubicBezTo>
                  <a:lnTo>
                    <a:pt x="10240" y="9227"/>
                  </a:lnTo>
                  <a:cubicBezTo>
                    <a:pt x="10240" y="9168"/>
                    <a:pt x="10228" y="9132"/>
                    <a:pt x="10205" y="9084"/>
                  </a:cubicBezTo>
                  <a:cubicBezTo>
                    <a:pt x="10383" y="9025"/>
                    <a:pt x="10514" y="8846"/>
                    <a:pt x="10514" y="8656"/>
                  </a:cubicBezTo>
                  <a:lnTo>
                    <a:pt x="10514" y="8632"/>
                  </a:lnTo>
                  <a:cubicBezTo>
                    <a:pt x="10502" y="8418"/>
                    <a:pt x="10371" y="8239"/>
                    <a:pt x="10193" y="8180"/>
                  </a:cubicBezTo>
                  <a:cubicBezTo>
                    <a:pt x="10205" y="8132"/>
                    <a:pt x="10228" y="8072"/>
                    <a:pt x="10228" y="8025"/>
                  </a:cubicBezTo>
                  <a:lnTo>
                    <a:pt x="10228" y="8013"/>
                  </a:lnTo>
                  <a:cubicBezTo>
                    <a:pt x="10228" y="7941"/>
                    <a:pt x="10205" y="7846"/>
                    <a:pt x="10169" y="7787"/>
                  </a:cubicBezTo>
                  <a:lnTo>
                    <a:pt x="10169" y="6263"/>
                  </a:lnTo>
                  <a:cubicBezTo>
                    <a:pt x="10169" y="6179"/>
                    <a:pt x="10086" y="6108"/>
                    <a:pt x="10002" y="6108"/>
                  </a:cubicBezTo>
                  <a:cubicBezTo>
                    <a:pt x="9907" y="6108"/>
                    <a:pt x="9835" y="6179"/>
                    <a:pt x="9835" y="6263"/>
                  </a:cubicBezTo>
                  <a:lnTo>
                    <a:pt x="9835" y="7560"/>
                  </a:lnTo>
                  <a:lnTo>
                    <a:pt x="8716" y="7560"/>
                  </a:lnTo>
                  <a:cubicBezTo>
                    <a:pt x="8823" y="7453"/>
                    <a:pt x="8931" y="7322"/>
                    <a:pt x="8954" y="7179"/>
                  </a:cubicBezTo>
                  <a:cubicBezTo>
                    <a:pt x="8990" y="7025"/>
                    <a:pt x="8954" y="6858"/>
                    <a:pt x="8835" y="6751"/>
                  </a:cubicBezTo>
                  <a:cubicBezTo>
                    <a:pt x="8828" y="6736"/>
                    <a:pt x="8715" y="6608"/>
                    <a:pt x="8492" y="6608"/>
                  </a:cubicBezTo>
                  <a:cubicBezTo>
                    <a:pt x="8347" y="6608"/>
                    <a:pt x="8157" y="6661"/>
                    <a:pt x="7919" y="6834"/>
                  </a:cubicBezTo>
                  <a:cubicBezTo>
                    <a:pt x="7859" y="6882"/>
                    <a:pt x="7800" y="6929"/>
                    <a:pt x="7740" y="6941"/>
                  </a:cubicBezTo>
                  <a:lnTo>
                    <a:pt x="7740" y="5453"/>
                  </a:lnTo>
                  <a:lnTo>
                    <a:pt x="9835" y="5453"/>
                  </a:lnTo>
                  <a:lnTo>
                    <a:pt x="9835" y="5703"/>
                  </a:lnTo>
                  <a:cubicBezTo>
                    <a:pt x="9835" y="5798"/>
                    <a:pt x="9907" y="5870"/>
                    <a:pt x="10002" y="5870"/>
                  </a:cubicBezTo>
                  <a:cubicBezTo>
                    <a:pt x="10086" y="5870"/>
                    <a:pt x="10169" y="5798"/>
                    <a:pt x="10169" y="5703"/>
                  </a:cubicBezTo>
                  <a:lnTo>
                    <a:pt x="10169" y="4560"/>
                  </a:lnTo>
                  <a:cubicBezTo>
                    <a:pt x="10169" y="4465"/>
                    <a:pt x="10086" y="4393"/>
                    <a:pt x="10002" y="4393"/>
                  </a:cubicBezTo>
                  <a:lnTo>
                    <a:pt x="9895" y="4393"/>
                  </a:lnTo>
                  <a:lnTo>
                    <a:pt x="9895" y="3870"/>
                  </a:lnTo>
                  <a:cubicBezTo>
                    <a:pt x="10074" y="3715"/>
                    <a:pt x="10193" y="3429"/>
                    <a:pt x="10252" y="2977"/>
                  </a:cubicBezTo>
                  <a:cubicBezTo>
                    <a:pt x="10300" y="2643"/>
                    <a:pt x="10300" y="2346"/>
                    <a:pt x="10300" y="2310"/>
                  </a:cubicBezTo>
                  <a:lnTo>
                    <a:pt x="10300" y="1464"/>
                  </a:lnTo>
                  <a:cubicBezTo>
                    <a:pt x="10300" y="1203"/>
                    <a:pt x="10086" y="1000"/>
                    <a:pt x="9835" y="1000"/>
                  </a:cubicBezTo>
                  <a:lnTo>
                    <a:pt x="9824" y="1000"/>
                  </a:lnTo>
                  <a:cubicBezTo>
                    <a:pt x="9776" y="1000"/>
                    <a:pt x="9728" y="1000"/>
                    <a:pt x="9693" y="1012"/>
                  </a:cubicBezTo>
                  <a:lnTo>
                    <a:pt x="9693" y="750"/>
                  </a:lnTo>
                  <a:cubicBezTo>
                    <a:pt x="9693" y="500"/>
                    <a:pt x="9478" y="286"/>
                    <a:pt x="9228" y="286"/>
                  </a:cubicBezTo>
                  <a:lnTo>
                    <a:pt x="9216" y="286"/>
                  </a:lnTo>
                  <a:cubicBezTo>
                    <a:pt x="9157" y="286"/>
                    <a:pt x="9109" y="298"/>
                    <a:pt x="9062" y="321"/>
                  </a:cubicBezTo>
                  <a:cubicBezTo>
                    <a:pt x="9002" y="143"/>
                    <a:pt x="8823" y="0"/>
                    <a:pt x="86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52"/>
            <p:cNvSpPr/>
            <p:nvPr/>
          </p:nvSpPr>
          <p:spPr>
            <a:xfrm>
              <a:off x="8116024" y="3221804"/>
              <a:ext cx="14036" cy="10280"/>
            </a:xfrm>
            <a:custGeom>
              <a:rect b="b" l="l" r="r" t="t"/>
              <a:pathLst>
                <a:path extrusionOk="0" h="323" w="441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55" y="322"/>
                  </a:cubicBezTo>
                  <a:lnTo>
                    <a:pt x="274" y="322"/>
                  </a:lnTo>
                  <a:cubicBezTo>
                    <a:pt x="369" y="322"/>
                    <a:pt x="441" y="251"/>
                    <a:pt x="441" y="167"/>
                  </a:cubicBezTo>
                  <a:cubicBezTo>
                    <a:pt x="441" y="72"/>
                    <a:pt x="369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52"/>
            <p:cNvSpPr/>
            <p:nvPr/>
          </p:nvSpPr>
          <p:spPr>
            <a:xfrm>
              <a:off x="8097818" y="3221804"/>
              <a:ext cx="14068" cy="10280"/>
            </a:xfrm>
            <a:custGeom>
              <a:rect b="b" l="l" r="r" t="t"/>
              <a:pathLst>
                <a:path extrusionOk="0" h="323" w="442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8" y="322"/>
                  </a:cubicBezTo>
                  <a:lnTo>
                    <a:pt x="287" y="322"/>
                  </a:lnTo>
                  <a:cubicBezTo>
                    <a:pt x="370" y="322"/>
                    <a:pt x="441" y="251"/>
                    <a:pt x="441" y="167"/>
                  </a:cubicBezTo>
                  <a:cubicBezTo>
                    <a:pt x="441" y="72"/>
                    <a:pt x="370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52"/>
            <p:cNvSpPr/>
            <p:nvPr/>
          </p:nvSpPr>
          <p:spPr>
            <a:xfrm>
              <a:off x="8156190" y="2951621"/>
              <a:ext cx="14036" cy="10630"/>
            </a:xfrm>
            <a:custGeom>
              <a:rect b="b" l="l" r="r" t="t"/>
              <a:pathLst>
                <a:path extrusionOk="0" h="334" w="441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286" y="334"/>
                  </a:lnTo>
                  <a:cubicBezTo>
                    <a:pt x="369" y="334"/>
                    <a:pt x="441" y="262"/>
                    <a:pt x="441" y="167"/>
                  </a:cubicBezTo>
                  <a:cubicBezTo>
                    <a:pt x="441" y="72"/>
                    <a:pt x="369" y="0"/>
                    <a:pt x="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52"/>
            <p:cNvSpPr/>
            <p:nvPr/>
          </p:nvSpPr>
          <p:spPr>
            <a:xfrm>
              <a:off x="8173982" y="2952385"/>
              <a:ext cx="14450" cy="10248"/>
            </a:xfrm>
            <a:custGeom>
              <a:rect b="b" l="l" r="r" t="t"/>
              <a:pathLst>
                <a:path extrusionOk="0" h="322" w="454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287" y="322"/>
                  </a:lnTo>
                  <a:cubicBezTo>
                    <a:pt x="382" y="322"/>
                    <a:pt x="453" y="250"/>
                    <a:pt x="453" y="155"/>
                  </a:cubicBezTo>
                  <a:cubicBezTo>
                    <a:pt x="453" y="72"/>
                    <a:pt x="382" y="0"/>
                    <a:pt x="2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" name="Google Shape;450;p52"/>
          <p:cNvGrpSpPr/>
          <p:nvPr/>
        </p:nvGrpSpPr>
        <p:grpSpPr>
          <a:xfrm>
            <a:off x="1056124" y="3184388"/>
            <a:ext cx="331611" cy="331674"/>
            <a:chOff x="5774124" y="4294550"/>
            <a:chExt cx="331611" cy="331674"/>
          </a:xfrm>
        </p:grpSpPr>
        <p:sp>
          <p:nvSpPr>
            <p:cNvPr id="451" name="Google Shape;451;p52"/>
            <p:cNvSpPr/>
            <p:nvPr/>
          </p:nvSpPr>
          <p:spPr>
            <a:xfrm>
              <a:off x="5774124" y="4419664"/>
              <a:ext cx="331611" cy="206560"/>
            </a:xfrm>
            <a:custGeom>
              <a:rect b="b" l="l" r="r" t="t"/>
              <a:pathLst>
                <a:path extrusionOk="0" h="6490" w="10419">
                  <a:moveTo>
                    <a:pt x="2751" y="2905"/>
                  </a:moveTo>
                  <a:lnTo>
                    <a:pt x="2751" y="6191"/>
                  </a:lnTo>
                  <a:lnTo>
                    <a:pt x="1429" y="6191"/>
                  </a:lnTo>
                  <a:lnTo>
                    <a:pt x="1429" y="2905"/>
                  </a:lnTo>
                  <a:close/>
                  <a:moveTo>
                    <a:pt x="5847" y="2084"/>
                  </a:moveTo>
                  <a:lnTo>
                    <a:pt x="5847" y="6191"/>
                  </a:lnTo>
                  <a:lnTo>
                    <a:pt x="4525" y="6191"/>
                  </a:lnTo>
                  <a:lnTo>
                    <a:pt x="4525" y="2084"/>
                  </a:lnTo>
                  <a:close/>
                  <a:moveTo>
                    <a:pt x="8942" y="298"/>
                  </a:moveTo>
                  <a:lnTo>
                    <a:pt x="8942" y="6191"/>
                  </a:lnTo>
                  <a:lnTo>
                    <a:pt x="7609" y="6191"/>
                  </a:lnTo>
                  <a:lnTo>
                    <a:pt x="7609" y="298"/>
                  </a:lnTo>
                  <a:close/>
                  <a:moveTo>
                    <a:pt x="7466" y="0"/>
                  </a:moveTo>
                  <a:cubicBezTo>
                    <a:pt x="7383" y="0"/>
                    <a:pt x="7323" y="72"/>
                    <a:pt x="7323" y="155"/>
                  </a:cubicBezTo>
                  <a:lnTo>
                    <a:pt x="7323" y="6191"/>
                  </a:lnTo>
                  <a:lnTo>
                    <a:pt x="6156" y="6191"/>
                  </a:lnTo>
                  <a:lnTo>
                    <a:pt x="6156" y="1941"/>
                  </a:lnTo>
                  <a:cubicBezTo>
                    <a:pt x="6156" y="1846"/>
                    <a:pt x="6085" y="1786"/>
                    <a:pt x="6013" y="1786"/>
                  </a:cubicBezTo>
                  <a:lnTo>
                    <a:pt x="4370" y="1786"/>
                  </a:lnTo>
                  <a:cubicBezTo>
                    <a:pt x="4287" y="1786"/>
                    <a:pt x="4227" y="1858"/>
                    <a:pt x="4227" y="1941"/>
                  </a:cubicBezTo>
                  <a:lnTo>
                    <a:pt x="4227" y="6191"/>
                  </a:lnTo>
                  <a:lnTo>
                    <a:pt x="3061" y="6191"/>
                  </a:lnTo>
                  <a:lnTo>
                    <a:pt x="3061" y="2751"/>
                  </a:lnTo>
                  <a:cubicBezTo>
                    <a:pt x="3061" y="2667"/>
                    <a:pt x="2989" y="2608"/>
                    <a:pt x="2918" y="2608"/>
                  </a:cubicBezTo>
                  <a:lnTo>
                    <a:pt x="1275" y="2608"/>
                  </a:lnTo>
                  <a:cubicBezTo>
                    <a:pt x="1191" y="2608"/>
                    <a:pt x="1132" y="2679"/>
                    <a:pt x="1132" y="2751"/>
                  </a:cubicBezTo>
                  <a:lnTo>
                    <a:pt x="1132" y="6191"/>
                  </a:lnTo>
                  <a:lnTo>
                    <a:pt x="144" y="6191"/>
                  </a:lnTo>
                  <a:cubicBezTo>
                    <a:pt x="60" y="6191"/>
                    <a:pt x="1" y="6263"/>
                    <a:pt x="1" y="6346"/>
                  </a:cubicBezTo>
                  <a:cubicBezTo>
                    <a:pt x="1" y="6430"/>
                    <a:pt x="72" y="6489"/>
                    <a:pt x="144" y="6489"/>
                  </a:cubicBezTo>
                  <a:lnTo>
                    <a:pt x="10264" y="6489"/>
                  </a:lnTo>
                  <a:cubicBezTo>
                    <a:pt x="10359" y="6489"/>
                    <a:pt x="10419" y="6418"/>
                    <a:pt x="10419" y="6346"/>
                  </a:cubicBezTo>
                  <a:cubicBezTo>
                    <a:pt x="10395" y="6251"/>
                    <a:pt x="10323" y="6191"/>
                    <a:pt x="10240" y="6191"/>
                  </a:cubicBezTo>
                  <a:lnTo>
                    <a:pt x="9252" y="6191"/>
                  </a:lnTo>
                  <a:lnTo>
                    <a:pt x="9252" y="155"/>
                  </a:lnTo>
                  <a:cubicBezTo>
                    <a:pt x="9252" y="60"/>
                    <a:pt x="9180" y="0"/>
                    <a:pt x="9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52"/>
            <p:cNvSpPr/>
            <p:nvPr/>
          </p:nvSpPr>
          <p:spPr>
            <a:xfrm>
              <a:off x="5778294" y="4294550"/>
              <a:ext cx="316461" cy="191442"/>
            </a:xfrm>
            <a:custGeom>
              <a:rect b="b" l="l" r="r" t="t"/>
              <a:pathLst>
                <a:path extrusionOk="0" h="6015" w="9943">
                  <a:moveTo>
                    <a:pt x="9447" y="0"/>
                  </a:moveTo>
                  <a:cubicBezTo>
                    <a:pt x="9433" y="0"/>
                    <a:pt x="9420" y="1"/>
                    <a:pt x="9407" y="2"/>
                  </a:cubicBezTo>
                  <a:lnTo>
                    <a:pt x="8097" y="169"/>
                  </a:lnTo>
                  <a:cubicBezTo>
                    <a:pt x="7847" y="193"/>
                    <a:pt x="7644" y="455"/>
                    <a:pt x="7680" y="705"/>
                  </a:cubicBezTo>
                  <a:cubicBezTo>
                    <a:pt x="7703" y="951"/>
                    <a:pt x="7914" y="1123"/>
                    <a:pt x="8167" y="1123"/>
                  </a:cubicBezTo>
                  <a:cubicBezTo>
                    <a:pt x="8183" y="1123"/>
                    <a:pt x="8200" y="1123"/>
                    <a:pt x="8216" y="1121"/>
                  </a:cubicBezTo>
                  <a:lnTo>
                    <a:pt x="8323" y="1109"/>
                  </a:lnTo>
                  <a:lnTo>
                    <a:pt x="8323" y="1109"/>
                  </a:lnTo>
                  <a:cubicBezTo>
                    <a:pt x="6716" y="2967"/>
                    <a:pt x="4811" y="3919"/>
                    <a:pt x="3465" y="4407"/>
                  </a:cubicBezTo>
                  <a:cubicBezTo>
                    <a:pt x="1787" y="5003"/>
                    <a:pt x="477" y="5062"/>
                    <a:pt x="477" y="5062"/>
                  </a:cubicBezTo>
                  <a:cubicBezTo>
                    <a:pt x="203" y="5074"/>
                    <a:pt x="1" y="5288"/>
                    <a:pt x="13" y="5550"/>
                  </a:cubicBezTo>
                  <a:cubicBezTo>
                    <a:pt x="24" y="5824"/>
                    <a:pt x="239" y="6015"/>
                    <a:pt x="489" y="6015"/>
                  </a:cubicBezTo>
                  <a:lnTo>
                    <a:pt x="501" y="6015"/>
                  </a:lnTo>
                  <a:cubicBezTo>
                    <a:pt x="560" y="6015"/>
                    <a:pt x="1953" y="5967"/>
                    <a:pt x="3775" y="5312"/>
                  </a:cubicBezTo>
                  <a:cubicBezTo>
                    <a:pt x="4811" y="4943"/>
                    <a:pt x="5775" y="4467"/>
                    <a:pt x="6656" y="3872"/>
                  </a:cubicBezTo>
                  <a:cubicBezTo>
                    <a:pt x="6728" y="3824"/>
                    <a:pt x="6740" y="3729"/>
                    <a:pt x="6692" y="3669"/>
                  </a:cubicBezTo>
                  <a:cubicBezTo>
                    <a:pt x="6670" y="3618"/>
                    <a:pt x="6621" y="3594"/>
                    <a:pt x="6573" y="3594"/>
                  </a:cubicBezTo>
                  <a:cubicBezTo>
                    <a:pt x="6542" y="3594"/>
                    <a:pt x="6512" y="3603"/>
                    <a:pt x="6490" y="3622"/>
                  </a:cubicBezTo>
                  <a:cubicBezTo>
                    <a:pt x="5620" y="4205"/>
                    <a:pt x="4692" y="4681"/>
                    <a:pt x="3692" y="5038"/>
                  </a:cubicBezTo>
                  <a:cubicBezTo>
                    <a:pt x="1906" y="5669"/>
                    <a:pt x="560" y="5717"/>
                    <a:pt x="525" y="5717"/>
                  </a:cubicBezTo>
                  <a:cubicBezTo>
                    <a:pt x="429" y="5717"/>
                    <a:pt x="358" y="5646"/>
                    <a:pt x="346" y="5550"/>
                  </a:cubicBezTo>
                  <a:cubicBezTo>
                    <a:pt x="346" y="5467"/>
                    <a:pt x="417" y="5372"/>
                    <a:pt x="501" y="5372"/>
                  </a:cubicBezTo>
                  <a:cubicBezTo>
                    <a:pt x="525" y="5372"/>
                    <a:pt x="1858" y="5336"/>
                    <a:pt x="3596" y="4705"/>
                  </a:cubicBezTo>
                  <a:cubicBezTo>
                    <a:pt x="5061" y="4181"/>
                    <a:pt x="7144" y="3133"/>
                    <a:pt x="8835" y="1014"/>
                  </a:cubicBezTo>
                  <a:cubicBezTo>
                    <a:pt x="8927" y="911"/>
                    <a:pt x="8842" y="763"/>
                    <a:pt x="8718" y="763"/>
                  </a:cubicBezTo>
                  <a:cubicBezTo>
                    <a:pt x="8714" y="763"/>
                    <a:pt x="8709" y="764"/>
                    <a:pt x="8704" y="764"/>
                  </a:cubicBezTo>
                  <a:lnTo>
                    <a:pt x="8216" y="824"/>
                  </a:lnTo>
                  <a:cubicBezTo>
                    <a:pt x="8208" y="825"/>
                    <a:pt x="8200" y="825"/>
                    <a:pt x="8192" y="825"/>
                  </a:cubicBezTo>
                  <a:cubicBezTo>
                    <a:pt x="8109" y="825"/>
                    <a:pt x="8047" y="769"/>
                    <a:pt x="8025" y="693"/>
                  </a:cubicBezTo>
                  <a:cubicBezTo>
                    <a:pt x="7990" y="586"/>
                    <a:pt x="8061" y="478"/>
                    <a:pt x="8168" y="478"/>
                  </a:cubicBezTo>
                  <a:lnTo>
                    <a:pt x="9478" y="312"/>
                  </a:lnTo>
                  <a:cubicBezTo>
                    <a:pt x="9484" y="311"/>
                    <a:pt x="9490" y="311"/>
                    <a:pt x="9496" y="311"/>
                  </a:cubicBezTo>
                  <a:cubicBezTo>
                    <a:pt x="9594" y="311"/>
                    <a:pt x="9669" y="400"/>
                    <a:pt x="9669" y="490"/>
                  </a:cubicBezTo>
                  <a:lnTo>
                    <a:pt x="9669" y="1800"/>
                  </a:lnTo>
                  <a:cubicBezTo>
                    <a:pt x="9669" y="1895"/>
                    <a:pt x="9597" y="1979"/>
                    <a:pt x="9490" y="1979"/>
                  </a:cubicBezTo>
                  <a:cubicBezTo>
                    <a:pt x="9407" y="1979"/>
                    <a:pt x="9311" y="1907"/>
                    <a:pt x="9311" y="1800"/>
                  </a:cubicBezTo>
                  <a:lnTo>
                    <a:pt x="9311" y="1407"/>
                  </a:lnTo>
                  <a:cubicBezTo>
                    <a:pt x="9311" y="1348"/>
                    <a:pt x="9264" y="1288"/>
                    <a:pt x="9204" y="1252"/>
                  </a:cubicBezTo>
                  <a:cubicBezTo>
                    <a:pt x="9187" y="1242"/>
                    <a:pt x="9169" y="1238"/>
                    <a:pt x="9152" y="1238"/>
                  </a:cubicBezTo>
                  <a:cubicBezTo>
                    <a:pt x="9106" y="1238"/>
                    <a:pt x="9060" y="1266"/>
                    <a:pt x="9026" y="1300"/>
                  </a:cubicBezTo>
                  <a:cubicBezTo>
                    <a:pt x="8466" y="2002"/>
                    <a:pt x="7811" y="2633"/>
                    <a:pt x="7097" y="3193"/>
                  </a:cubicBezTo>
                  <a:cubicBezTo>
                    <a:pt x="7037" y="3229"/>
                    <a:pt x="7025" y="3336"/>
                    <a:pt x="7061" y="3395"/>
                  </a:cubicBezTo>
                  <a:cubicBezTo>
                    <a:pt x="7091" y="3433"/>
                    <a:pt x="7144" y="3451"/>
                    <a:pt x="7194" y="3451"/>
                  </a:cubicBezTo>
                  <a:cubicBezTo>
                    <a:pt x="7224" y="3451"/>
                    <a:pt x="7253" y="3445"/>
                    <a:pt x="7275" y="3431"/>
                  </a:cubicBezTo>
                  <a:cubicBezTo>
                    <a:pt x="7895" y="2943"/>
                    <a:pt x="8466" y="2419"/>
                    <a:pt x="8990" y="1824"/>
                  </a:cubicBezTo>
                  <a:cubicBezTo>
                    <a:pt x="9002" y="2074"/>
                    <a:pt x="9204" y="2276"/>
                    <a:pt x="9466" y="2276"/>
                  </a:cubicBezTo>
                  <a:cubicBezTo>
                    <a:pt x="9728" y="2276"/>
                    <a:pt x="9942" y="2074"/>
                    <a:pt x="9942" y="1800"/>
                  </a:cubicBezTo>
                  <a:lnTo>
                    <a:pt x="9942" y="478"/>
                  </a:lnTo>
                  <a:cubicBezTo>
                    <a:pt x="9942" y="347"/>
                    <a:pt x="9883" y="216"/>
                    <a:pt x="9776" y="121"/>
                  </a:cubicBezTo>
                  <a:cubicBezTo>
                    <a:pt x="9679" y="46"/>
                    <a:pt x="9564" y="0"/>
                    <a:pt x="9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3" name="Google Shape;453;p52"/>
          <p:cNvSpPr/>
          <p:nvPr/>
        </p:nvSpPr>
        <p:spPr>
          <a:xfrm>
            <a:off x="1068051" y="4011376"/>
            <a:ext cx="347524" cy="289917"/>
          </a:xfrm>
          <a:custGeom>
            <a:rect b="b" l="l" r="r" t="t"/>
            <a:pathLst>
              <a:path extrusionOk="0" h="9109" w="10919">
                <a:moveTo>
                  <a:pt x="2917" y="310"/>
                </a:moveTo>
                <a:cubicBezTo>
                  <a:pt x="3119" y="310"/>
                  <a:pt x="3286" y="476"/>
                  <a:pt x="3286" y="679"/>
                </a:cubicBezTo>
                <a:lnTo>
                  <a:pt x="3286" y="1036"/>
                </a:lnTo>
                <a:cubicBezTo>
                  <a:pt x="3250" y="1322"/>
                  <a:pt x="3012" y="1560"/>
                  <a:pt x="2715" y="1560"/>
                </a:cubicBezTo>
                <a:cubicBezTo>
                  <a:pt x="2417" y="1560"/>
                  <a:pt x="2179" y="1322"/>
                  <a:pt x="2179" y="1024"/>
                </a:cubicBezTo>
                <a:lnTo>
                  <a:pt x="2179" y="679"/>
                </a:lnTo>
                <a:cubicBezTo>
                  <a:pt x="2179" y="476"/>
                  <a:pt x="2346" y="310"/>
                  <a:pt x="2560" y="310"/>
                </a:cubicBezTo>
                <a:close/>
                <a:moveTo>
                  <a:pt x="5715" y="310"/>
                </a:moveTo>
                <a:cubicBezTo>
                  <a:pt x="5917" y="310"/>
                  <a:pt x="6084" y="476"/>
                  <a:pt x="6084" y="679"/>
                </a:cubicBezTo>
                <a:lnTo>
                  <a:pt x="6084" y="1036"/>
                </a:lnTo>
                <a:cubicBezTo>
                  <a:pt x="6048" y="1322"/>
                  <a:pt x="5810" y="1560"/>
                  <a:pt x="5513" y="1560"/>
                </a:cubicBezTo>
                <a:cubicBezTo>
                  <a:pt x="5215" y="1560"/>
                  <a:pt x="4977" y="1322"/>
                  <a:pt x="4977" y="1024"/>
                </a:cubicBezTo>
                <a:lnTo>
                  <a:pt x="4977" y="679"/>
                </a:lnTo>
                <a:cubicBezTo>
                  <a:pt x="4977" y="476"/>
                  <a:pt x="5144" y="310"/>
                  <a:pt x="5358" y="310"/>
                </a:cubicBezTo>
                <a:close/>
                <a:moveTo>
                  <a:pt x="8513" y="310"/>
                </a:moveTo>
                <a:cubicBezTo>
                  <a:pt x="8715" y="310"/>
                  <a:pt x="8882" y="476"/>
                  <a:pt x="8882" y="679"/>
                </a:cubicBezTo>
                <a:lnTo>
                  <a:pt x="8882" y="1036"/>
                </a:lnTo>
                <a:cubicBezTo>
                  <a:pt x="8846" y="1322"/>
                  <a:pt x="8608" y="1560"/>
                  <a:pt x="8311" y="1560"/>
                </a:cubicBezTo>
                <a:cubicBezTo>
                  <a:pt x="8013" y="1560"/>
                  <a:pt x="7775" y="1322"/>
                  <a:pt x="7775" y="1024"/>
                </a:cubicBezTo>
                <a:lnTo>
                  <a:pt x="7775" y="679"/>
                </a:lnTo>
                <a:cubicBezTo>
                  <a:pt x="7775" y="476"/>
                  <a:pt x="7941" y="310"/>
                  <a:pt x="8156" y="310"/>
                </a:cubicBezTo>
                <a:close/>
                <a:moveTo>
                  <a:pt x="2893" y="1881"/>
                </a:moveTo>
                <a:lnTo>
                  <a:pt x="2893" y="1977"/>
                </a:lnTo>
                <a:cubicBezTo>
                  <a:pt x="2893" y="2036"/>
                  <a:pt x="2905" y="2096"/>
                  <a:pt x="2941" y="2143"/>
                </a:cubicBezTo>
                <a:lnTo>
                  <a:pt x="2715" y="2358"/>
                </a:lnTo>
                <a:lnTo>
                  <a:pt x="2691" y="2358"/>
                </a:lnTo>
                <a:lnTo>
                  <a:pt x="2465" y="2143"/>
                </a:lnTo>
                <a:cubicBezTo>
                  <a:pt x="2500" y="2096"/>
                  <a:pt x="2512" y="2036"/>
                  <a:pt x="2512" y="1977"/>
                </a:cubicBezTo>
                <a:lnTo>
                  <a:pt x="2512" y="1881"/>
                </a:lnTo>
                <a:close/>
                <a:moveTo>
                  <a:pt x="5715" y="1881"/>
                </a:moveTo>
                <a:lnTo>
                  <a:pt x="5715" y="1977"/>
                </a:lnTo>
                <a:cubicBezTo>
                  <a:pt x="5715" y="2036"/>
                  <a:pt x="5727" y="2096"/>
                  <a:pt x="5751" y="2143"/>
                </a:cubicBezTo>
                <a:lnTo>
                  <a:pt x="5536" y="2358"/>
                </a:lnTo>
                <a:lnTo>
                  <a:pt x="5501" y="2358"/>
                </a:lnTo>
                <a:lnTo>
                  <a:pt x="5274" y="2143"/>
                </a:lnTo>
                <a:cubicBezTo>
                  <a:pt x="5310" y="2096"/>
                  <a:pt x="5322" y="2036"/>
                  <a:pt x="5322" y="1977"/>
                </a:cubicBezTo>
                <a:lnTo>
                  <a:pt x="5322" y="1881"/>
                </a:lnTo>
                <a:close/>
                <a:moveTo>
                  <a:pt x="8501" y="1881"/>
                </a:moveTo>
                <a:lnTo>
                  <a:pt x="8501" y="1977"/>
                </a:lnTo>
                <a:cubicBezTo>
                  <a:pt x="8501" y="2036"/>
                  <a:pt x="8525" y="2096"/>
                  <a:pt x="8549" y="2143"/>
                </a:cubicBezTo>
                <a:lnTo>
                  <a:pt x="8334" y="2358"/>
                </a:lnTo>
                <a:lnTo>
                  <a:pt x="8299" y="2358"/>
                </a:lnTo>
                <a:lnTo>
                  <a:pt x="8072" y="2143"/>
                </a:lnTo>
                <a:cubicBezTo>
                  <a:pt x="8108" y="2096"/>
                  <a:pt x="8120" y="2036"/>
                  <a:pt x="8120" y="1977"/>
                </a:cubicBezTo>
                <a:lnTo>
                  <a:pt x="8120" y="1881"/>
                </a:lnTo>
                <a:close/>
                <a:moveTo>
                  <a:pt x="9906" y="3286"/>
                </a:moveTo>
                <a:cubicBezTo>
                  <a:pt x="10120" y="3286"/>
                  <a:pt x="10275" y="3453"/>
                  <a:pt x="10275" y="3655"/>
                </a:cubicBezTo>
                <a:lnTo>
                  <a:pt x="10275" y="4012"/>
                </a:lnTo>
                <a:cubicBezTo>
                  <a:pt x="10263" y="4298"/>
                  <a:pt x="10013" y="4536"/>
                  <a:pt x="9716" y="4536"/>
                </a:cubicBezTo>
                <a:cubicBezTo>
                  <a:pt x="9418" y="4536"/>
                  <a:pt x="9180" y="4298"/>
                  <a:pt x="9180" y="4001"/>
                </a:cubicBezTo>
                <a:lnTo>
                  <a:pt x="9180" y="3655"/>
                </a:lnTo>
                <a:cubicBezTo>
                  <a:pt x="9180" y="3453"/>
                  <a:pt x="9346" y="3286"/>
                  <a:pt x="9549" y="3286"/>
                </a:cubicBezTo>
                <a:close/>
                <a:moveTo>
                  <a:pt x="1512" y="3286"/>
                </a:moveTo>
                <a:cubicBezTo>
                  <a:pt x="1691" y="3286"/>
                  <a:pt x="1857" y="3453"/>
                  <a:pt x="1857" y="3655"/>
                </a:cubicBezTo>
                <a:lnTo>
                  <a:pt x="1857" y="4012"/>
                </a:lnTo>
                <a:cubicBezTo>
                  <a:pt x="1857" y="4310"/>
                  <a:pt x="1619" y="4548"/>
                  <a:pt x="1322" y="4548"/>
                </a:cubicBezTo>
                <a:cubicBezTo>
                  <a:pt x="1024" y="4548"/>
                  <a:pt x="786" y="4310"/>
                  <a:pt x="786" y="4012"/>
                </a:cubicBezTo>
                <a:lnTo>
                  <a:pt x="786" y="3655"/>
                </a:lnTo>
                <a:cubicBezTo>
                  <a:pt x="786" y="3453"/>
                  <a:pt x="953" y="3286"/>
                  <a:pt x="1155" y="3286"/>
                </a:cubicBezTo>
                <a:close/>
                <a:moveTo>
                  <a:pt x="4310" y="3286"/>
                </a:moveTo>
                <a:cubicBezTo>
                  <a:pt x="4489" y="3286"/>
                  <a:pt x="4655" y="3453"/>
                  <a:pt x="4655" y="3655"/>
                </a:cubicBezTo>
                <a:lnTo>
                  <a:pt x="4655" y="4012"/>
                </a:lnTo>
                <a:cubicBezTo>
                  <a:pt x="4655" y="4310"/>
                  <a:pt x="4417" y="4548"/>
                  <a:pt x="4120" y="4548"/>
                </a:cubicBezTo>
                <a:cubicBezTo>
                  <a:pt x="3822" y="4548"/>
                  <a:pt x="3584" y="4310"/>
                  <a:pt x="3584" y="4012"/>
                </a:cubicBezTo>
                <a:lnTo>
                  <a:pt x="3584" y="3655"/>
                </a:lnTo>
                <a:cubicBezTo>
                  <a:pt x="3584" y="3453"/>
                  <a:pt x="3750" y="3286"/>
                  <a:pt x="3953" y="3286"/>
                </a:cubicBezTo>
                <a:close/>
                <a:moveTo>
                  <a:pt x="7108" y="3286"/>
                </a:moveTo>
                <a:cubicBezTo>
                  <a:pt x="7287" y="3286"/>
                  <a:pt x="7453" y="3453"/>
                  <a:pt x="7453" y="3655"/>
                </a:cubicBezTo>
                <a:lnTo>
                  <a:pt x="7453" y="4012"/>
                </a:lnTo>
                <a:cubicBezTo>
                  <a:pt x="7453" y="4310"/>
                  <a:pt x="7215" y="4548"/>
                  <a:pt x="6918" y="4548"/>
                </a:cubicBezTo>
                <a:cubicBezTo>
                  <a:pt x="6620" y="4548"/>
                  <a:pt x="6382" y="4310"/>
                  <a:pt x="6382" y="4012"/>
                </a:cubicBezTo>
                <a:lnTo>
                  <a:pt x="6382" y="3655"/>
                </a:lnTo>
                <a:cubicBezTo>
                  <a:pt x="6382" y="3453"/>
                  <a:pt x="6548" y="3286"/>
                  <a:pt x="6751" y="3286"/>
                </a:cubicBezTo>
                <a:close/>
                <a:moveTo>
                  <a:pt x="1500" y="4858"/>
                </a:moveTo>
                <a:lnTo>
                  <a:pt x="1500" y="4953"/>
                </a:lnTo>
                <a:cubicBezTo>
                  <a:pt x="1500" y="5013"/>
                  <a:pt x="1512" y="5072"/>
                  <a:pt x="1548" y="5120"/>
                </a:cubicBezTo>
                <a:lnTo>
                  <a:pt x="1322" y="5334"/>
                </a:lnTo>
                <a:lnTo>
                  <a:pt x="1286" y="5334"/>
                </a:lnTo>
                <a:lnTo>
                  <a:pt x="1072" y="5120"/>
                </a:lnTo>
                <a:cubicBezTo>
                  <a:pt x="1095" y="5072"/>
                  <a:pt x="1107" y="5013"/>
                  <a:pt x="1107" y="4953"/>
                </a:cubicBezTo>
                <a:lnTo>
                  <a:pt x="1107" y="4858"/>
                </a:lnTo>
                <a:close/>
                <a:moveTo>
                  <a:pt x="4298" y="4858"/>
                </a:moveTo>
                <a:lnTo>
                  <a:pt x="4298" y="4953"/>
                </a:lnTo>
                <a:cubicBezTo>
                  <a:pt x="4298" y="5013"/>
                  <a:pt x="4310" y="5072"/>
                  <a:pt x="4334" y="5120"/>
                </a:cubicBezTo>
                <a:lnTo>
                  <a:pt x="4120" y="5334"/>
                </a:lnTo>
                <a:lnTo>
                  <a:pt x="4084" y="5334"/>
                </a:lnTo>
                <a:lnTo>
                  <a:pt x="3870" y="5120"/>
                </a:lnTo>
                <a:cubicBezTo>
                  <a:pt x="3893" y="5072"/>
                  <a:pt x="3905" y="5013"/>
                  <a:pt x="3905" y="4953"/>
                </a:cubicBezTo>
                <a:lnTo>
                  <a:pt x="3905" y="4858"/>
                </a:lnTo>
                <a:close/>
                <a:moveTo>
                  <a:pt x="7108" y="4858"/>
                </a:moveTo>
                <a:lnTo>
                  <a:pt x="7108" y="4953"/>
                </a:lnTo>
                <a:cubicBezTo>
                  <a:pt x="7108" y="5013"/>
                  <a:pt x="7120" y="5072"/>
                  <a:pt x="7156" y="5120"/>
                </a:cubicBezTo>
                <a:lnTo>
                  <a:pt x="6929" y="5334"/>
                </a:lnTo>
                <a:lnTo>
                  <a:pt x="6906" y="5334"/>
                </a:lnTo>
                <a:lnTo>
                  <a:pt x="6679" y="5120"/>
                </a:lnTo>
                <a:cubicBezTo>
                  <a:pt x="6703" y="5072"/>
                  <a:pt x="6715" y="5013"/>
                  <a:pt x="6715" y="4953"/>
                </a:cubicBezTo>
                <a:lnTo>
                  <a:pt x="6715" y="4858"/>
                </a:lnTo>
                <a:close/>
                <a:moveTo>
                  <a:pt x="9906" y="4858"/>
                </a:moveTo>
                <a:lnTo>
                  <a:pt x="9906" y="4953"/>
                </a:lnTo>
                <a:cubicBezTo>
                  <a:pt x="9906" y="5013"/>
                  <a:pt x="9918" y="5072"/>
                  <a:pt x="9954" y="5120"/>
                </a:cubicBezTo>
                <a:lnTo>
                  <a:pt x="9727" y="5334"/>
                </a:lnTo>
                <a:lnTo>
                  <a:pt x="9704" y="5334"/>
                </a:lnTo>
                <a:lnTo>
                  <a:pt x="9477" y="5120"/>
                </a:lnTo>
                <a:cubicBezTo>
                  <a:pt x="9501" y="5072"/>
                  <a:pt x="9525" y="5013"/>
                  <a:pt x="9525" y="4953"/>
                </a:cubicBezTo>
                <a:lnTo>
                  <a:pt x="9525" y="4858"/>
                </a:lnTo>
                <a:close/>
                <a:moveTo>
                  <a:pt x="2453" y="0"/>
                </a:moveTo>
                <a:cubicBezTo>
                  <a:pt x="2084" y="0"/>
                  <a:pt x="1762" y="310"/>
                  <a:pt x="1762" y="679"/>
                </a:cubicBezTo>
                <a:lnTo>
                  <a:pt x="1762" y="1036"/>
                </a:lnTo>
                <a:cubicBezTo>
                  <a:pt x="1762" y="1322"/>
                  <a:pt x="1905" y="1572"/>
                  <a:pt x="2119" y="1726"/>
                </a:cubicBezTo>
                <a:lnTo>
                  <a:pt x="2119" y="1977"/>
                </a:lnTo>
                <a:cubicBezTo>
                  <a:pt x="2119" y="1977"/>
                  <a:pt x="2119" y="1988"/>
                  <a:pt x="2107" y="1988"/>
                </a:cubicBezTo>
                <a:lnTo>
                  <a:pt x="1691" y="2203"/>
                </a:lnTo>
                <a:cubicBezTo>
                  <a:pt x="1512" y="2286"/>
                  <a:pt x="1405" y="2465"/>
                  <a:pt x="1405" y="2655"/>
                </a:cubicBezTo>
                <a:lnTo>
                  <a:pt x="1405" y="2989"/>
                </a:lnTo>
                <a:lnTo>
                  <a:pt x="1036" y="2989"/>
                </a:lnTo>
                <a:cubicBezTo>
                  <a:pt x="667" y="2989"/>
                  <a:pt x="357" y="3298"/>
                  <a:pt x="357" y="3667"/>
                </a:cubicBezTo>
                <a:lnTo>
                  <a:pt x="357" y="4024"/>
                </a:lnTo>
                <a:cubicBezTo>
                  <a:pt x="357" y="4310"/>
                  <a:pt x="488" y="4560"/>
                  <a:pt x="714" y="4715"/>
                </a:cubicBezTo>
                <a:lnTo>
                  <a:pt x="714" y="4965"/>
                </a:lnTo>
                <a:cubicBezTo>
                  <a:pt x="714" y="4965"/>
                  <a:pt x="714" y="4977"/>
                  <a:pt x="691" y="4977"/>
                </a:cubicBezTo>
                <a:lnTo>
                  <a:pt x="274" y="5191"/>
                </a:lnTo>
                <a:cubicBezTo>
                  <a:pt x="95" y="5275"/>
                  <a:pt x="0" y="5453"/>
                  <a:pt x="0" y="5656"/>
                </a:cubicBezTo>
                <a:lnTo>
                  <a:pt x="0" y="7382"/>
                </a:lnTo>
                <a:cubicBezTo>
                  <a:pt x="0" y="7513"/>
                  <a:pt x="36" y="7644"/>
                  <a:pt x="119" y="7751"/>
                </a:cubicBezTo>
                <a:lnTo>
                  <a:pt x="298" y="8013"/>
                </a:lnTo>
                <a:cubicBezTo>
                  <a:pt x="333" y="8073"/>
                  <a:pt x="357" y="8156"/>
                  <a:pt x="357" y="8227"/>
                </a:cubicBezTo>
                <a:lnTo>
                  <a:pt x="357" y="8942"/>
                </a:lnTo>
                <a:cubicBezTo>
                  <a:pt x="357" y="9025"/>
                  <a:pt x="429" y="9108"/>
                  <a:pt x="512" y="9108"/>
                </a:cubicBezTo>
                <a:cubicBezTo>
                  <a:pt x="607" y="9108"/>
                  <a:pt x="679" y="9025"/>
                  <a:pt x="679" y="8942"/>
                </a:cubicBezTo>
                <a:lnTo>
                  <a:pt x="679" y="8227"/>
                </a:lnTo>
                <a:cubicBezTo>
                  <a:pt x="679" y="8096"/>
                  <a:pt x="631" y="7953"/>
                  <a:pt x="560" y="7858"/>
                </a:cubicBezTo>
                <a:lnTo>
                  <a:pt x="381" y="7584"/>
                </a:lnTo>
                <a:cubicBezTo>
                  <a:pt x="333" y="7525"/>
                  <a:pt x="321" y="7453"/>
                  <a:pt x="321" y="7382"/>
                </a:cubicBezTo>
                <a:lnTo>
                  <a:pt x="321" y="5656"/>
                </a:lnTo>
                <a:cubicBezTo>
                  <a:pt x="321" y="5572"/>
                  <a:pt x="369" y="5513"/>
                  <a:pt x="429" y="5477"/>
                </a:cubicBezTo>
                <a:lnTo>
                  <a:pt x="714" y="5322"/>
                </a:lnTo>
                <a:lnTo>
                  <a:pt x="976" y="5596"/>
                </a:lnTo>
                <a:cubicBezTo>
                  <a:pt x="1036" y="5656"/>
                  <a:pt x="1131" y="5691"/>
                  <a:pt x="1214" y="5691"/>
                </a:cubicBezTo>
                <a:cubicBezTo>
                  <a:pt x="1310" y="5691"/>
                  <a:pt x="1381" y="5667"/>
                  <a:pt x="1453" y="5596"/>
                </a:cubicBezTo>
                <a:lnTo>
                  <a:pt x="1726" y="5322"/>
                </a:lnTo>
                <a:lnTo>
                  <a:pt x="2000" y="5477"/>
                </a:lnTo>
                <a:cubicBezTo>
                  <a:pt x="2060" y="5501"/>
                  <a:pt x="2107" y="5572"/>
                  <a:pt x="2107" y="5656"/>
                </a:cubicBezTo>
                <a:lnTo>
                  <a:pt x="2107" y="7382"/>
                </a:lnTo>
                <a:cubicBezTo>
                  <a:pt x="2107" y="7453"/>
                  <a:pt x="2096" y="7525"/>
                  <a:pt x="2048" y="7584"/>
                </a:cubicBezTo>
                <a:lnTo>
                  <a:pt x="1869" y="7858"/>
                </a:lnTo>
                <a:cubicBezTo>
                  <a:pt x="1798" y="7977"/>
                  <a:pt x="1750" y="8096"/>
                  <a:pt x="1750" y="8227"/>
                </a:cubicBezTo>
                <a:lnTo>
                  <a:pt x="1750" y="8942"/>
                </a:lnTo>
                <a:cubicBezTo>
                  <a:pt x="1750" y="9025"/>
                  <a:pt x="1822" y="9108"/>
                  <a:pt x="1917" y="9108"/>
                </a:cubicBezTo>
                <a:cubicBezTo>
                  <a:pt x="2000" y="9108"/>
                  <a:pt x="2084" y="9025"/>
                  <a:pt x="2084" y="8942"/>
                </a:cubicBezTo>
                <a:lnTo>
                  <a:pt x="2084" y="8227"/>
                </a:lnTo>
                <a:cubicBezTo>
                  <a:pt x="2084" y="8156"/>
                  <a:pt x="2096" y="8073"/>
                  <a:pt x="2143" y="8013"/>
                </a:cubicBezTo>
                <a:lnTo>
                  <a:pt x="2322" y="7751"/>
                </a:lnTo>
                <a:cubicBezTo>
                  <a:pt x="2393" y="7632"/>
                  <a:pt x="2441" y="7513"/>
                  <a:pt x="2441" y="7382"/>
                </a:cubicBezTo>
                <a:lnTo>
                  <a:pt x="2441" y="5656"/>
                </a:lnTo>
                <a:cubicBezTo>
                  <a:pt x="2441" y="5453"/>
                  <a:pt x="2334" y="5275"/>
                  <a:pt x="2155" y="5191"/>
                </a:cubicBezTo>
                <a:lnTo>
                  <a:pt x="1738" y="4977"/>
                </a:lnTo>
                <a:lnTo>
                  <a:pt x="1726" y="4965"/>
                </a:lnTo>
                <a:lnTo>
                  <a:pt x="1726" y="4703"/>
                </a:lnTo>
                <a:cubicBezTo>
                  <a:pt x="1929" y="4536"/>
                  <a:pt x="2084" y="4298"/>
                  <a:pt x="2084" y="4012"/>
                </a:cubicBezTo>
                <a:lnTo>
                  <a:pt x="2084" y="3655"/>
                </a:lnTo>
                <a:cubicBezTo>
                  <a:pt x="2084" y="3405"/>
                  <a:pt x="1929" y="3179"/>
                  <a:pt x="1726" y="3060"/>
                </a:cubicBezTo>
                <a:lnTo>
                  <a:pt x="1726" y="2643"/>
                </a:lnTo>
                <a:cubicBezTo>
                  <a:pt x="1726" y="2572"/>
                  <a:pt x="1762" y="2512"/>
                  <a:pt x="1822" y="2465"/>
                </a:cubicBezTo>
                <a:lnTo>
                  <a:pt x="2107" y="2322"/>
                </a:lnTo>
                <a:lnTo>
                  <a:pt x="2381" y="2584"/>
                </a:lnTo>
                <a:cubicBezTo>
                  <a:pt x="2441" y="2643"/>
                  <a:pt x="2524" y="2691"/>
                  <a:pt x="2619" y="2691"/>
                </a:cubicBezTo>
                <a:cubicBezTo>
                  <a:pt x="2703" y="2691"/>
                  <a:pt x="2774" y="2655"/>
                  <a:pt x="2858" y="2584"/>
                </a:cubicBezTo>
                <a:lnTo>
                  <a:pt x="3119" y="2322"/>
                </a:lnTo>
                <a:lnTo>
                  <a:pt x="3405" y="2465"/>
                </a:lnTo>
                <a:cubicBezTo>
                  <a:pt x="3465" y="2500"/>
                  <a:pt x="3512" y="2572"/>
                  <a:pt x="3512" y="2643"/>
                </a:cubicBezTo>
                <a:lnTo>
                  <a:pt x="3512" y="3060"/>
                </a:lnTo>
                <a:cubicBezTo>
                  <a:pt x="3298" y="3179"/>
                  <a:pt x="3155" y="3405"/>
                  <a:pt x="3155" y="3655"/>
                </a:cubicBezTo>
                <a:lnTo>
                  <a:pt x="3155" y="4012"/>
                </a:lnTo>
                <a:cubicBezTo>
                  <a:pt x="3155" y="4298"/>
                  <a:pt x="3286" y="4548"/>
                  <a:pt x="3512" y="4703"/>
                </a:cubicBezTo>
                <a:lnTo>
                  <a:pt x="3512" y="4953"/>
                </a:lnTo>
                <a:cubicBezTo>
                  <a:pt x="3512" y="4953"/>
                  <a:pt x="3512" y="4965"/>
                  <a:pt x="3489" y="4965"/>
                </a:cubicBezTo>
                <a:lnTo>
                  <a:pt x="3072" y="5179"/>
                </a:lnTo>
                <a:cubicBezTo>
                  <a:pt x="2893" y="5263"/>
                  <a:pt x="2798" y="5441"/>
                  <a:pt x="2798" y="5632"/>
                </a:cubicBezTo>
                <a:lnTo>
                  <a:pt x="2798" y="7358"/>
                </a:lnTo>
                <a:cubicBezTo>
                  <a:pt x="2798" y="7501"/>
                  <a:pt x="2834" y="7632"/>
                  <a:pt x="2917" y="7739"/>
                </a:cubicBezTo>
                <a:lnTo>
                  <a:pt x="3096" y="8001"/>
                </a:lnTo>
                <a:cubicBezTo>
                  <a:pt x="3131" y="8061"/>
                  <a:pt x="3155" y="8132"/>
                  <a:pt x="3155" y="8215"/>
                </a:cubicBezTo>
                <a:lnTo>
                  <a:pt x="3155" y="8930"/>
                </a:lnTo>
                <a:cubicBezTo>
                  <a:pt x="3155" y="9013"/>
                  <a:pt x="3227" y="9085"/>
                  <a:pt x="3310" y="9085"/>
                </a:cubicBezTo>
                <a:cubicBezTo>
                  <a:pt x="3405" y="9085"/>
                  <a:pt x="3477" y="9013"/>
                  <a:pt x="3477" y="8930"/>
                </a:cubicBezTo>
                <a:lnTo>
                  <a:pt x="3477" y="8215"/>
                </a:lnTo>
                <a:cubicBezTo>
                  <a:pt x="3477" y="8073"/>
                  <a:pt x="3429" y="7942"/>
                  <a:pt x="3358" y="7834"/>
                </a:cubicBezTo>
                <a:lnTo>
                  <a:pt x="3179" y="7572"/>
                </a:lnTo>
                <a:cubicBezTo>
                  <a:pt x="3131" y="7513"/>
                  <a:pt x="3119" y="7441"/>
                  <a:pt x="3119" y="7358"/>
                </a:cubicBezTo>
                <a:lnTo>
                  <a:pt x="3119" y="5632"/>
                </a:lnTo>
                <a:cubicBezTo>
                  <a:pt x="3119" y="5560"/>
                  <a:pt x="3167" y="5501"/>
                  <a:pt x="3227" y="5453"/>
                </a:cubicBezTo>
                <a:lnTo>
                  <a:pt x="3512" y="5310"/>
                </a:lnTo>
                <a:lnTo>
                  <a:pt x="3774" y="5572"/>
                </a:lnTo>
                <a:cubicBezTo>
                  <a:pt x="3834" y="5632"/>
                  <a:pt x="3929" y="5679"/>
                  <a:pt x="4012" y="5679"/>
                </a:cubicBezTo>
                <a:cubicBezTo>
                  <a:pt x="4108" y="5679"/>
                  <a:pt x="4179" y="5656"/>
                  <a:pt x="4251" y="5572"/>
                </a:cubicBezTo>
                <a:lnTo>
                  <a:pt x="4524" y="5310"/>
                </a:lnTo>
                <a:lnTo>
                  <a:pt x="4798" y="5453"/>
                </a:lnTo>
                <a:cubicBezTo>
                  <a:pt x="4858" y="5489"/>
                  <a:pt x="4905" y="5560"/>
                  <a:pt x="4905" y="5632"/>
                </a:cubicBezTo>
                <a:lnTo>
                  <a:pt x="4905" y="7358"/>
                </a:lnTo>
                <a:cubicBezTo>
                  <a:pt x="4905" y="7441"/>
                  <a:pt x="4893" y="7513"/>
                  <a:pt x="4846" y="7572"/>
                </a:cubicBezTo>
                <a:lnTo>
                  <a:pt x="4667" y="7834"/>
                </a:lnTo>
                <a:cubicBezTo>
                  <a:pt x="4596" y="7953"/>
                  <a:pt x="4548" y="8073"/>
                  <a:pt x="4548" y="8215"/>
                </a:cubicBezTo>
                <a:lnTo>
                  <a:pt x="4548" y="8930"/>
                </a:lnTo>
                <a:cubicBezTo>
                  <a:pt x="4548" y="9013"/>
                  <a:pt x="4620" y="9085"/>
                  <a:pt x="4715" y="9085"/>
                </a:cubicBezTo>
                <a:cubicBezTo>
                  <a:pt x="4798" y="9085"/>
                  <a:pt x="4882" y="9013"/>
                  <a:pt x="4882" y="8930"/>
                </a:cubicBezTo>
                <a:lnTo>
                  <a:pt x="4882" y="8215"/>
                </a:lnTo>
                <a:cubicBezTo>
                  <a:pt x="4882" y="8132"/>
                  <a:pt x="4893" y="8061"/>
                  <a:pt x="4941" y="8001"/>
                </a:cubicBezTo>
                <a:lnTo>
                  <a:pt x="5120" y="7739"/>
                </a:lnTo>
                <a:cubicBezTo>
                  <a:pt x="5191" y="7620"/>
                  <a:pt x="5239" y="7501"/>
                  <a:pt x="5239" y="7358"/>
                </a:cubicBezTo>
                <a:lnTo>
                  <a:pt x="5239" y="5632"/>
                </a:lnTo>
                <a:cubicBezTo>
                  <a:pt x="5239" y="5441"/>
                  <a:pt x="5132" y="5263"/>
                  <a:pt x="4953" y="5179"/>
                </a:cubicBezTo>
                <a:lnTo>
                  <a:pt x="4536" y="4965"/>
                </a:lnTo>
                <a:lnTo>
                  <a:pt x="4524" y="4953"/>
                </a:lnTo>
                <a:lnTo>
                  <a:pt x="4524" y="4703"/>
                </a:lnTo>
                <a:cubicBezTo>
                  <a:pt x="4727" y="4536"/>
                  <a:pt x="4882" y="4298"/>
                  <a:pt x="4882" y="4012"/>
                </a:cubicBezTo>
                <a:lnTo>
                  <a:pt x="4882" y="3655"/>
                </a:lnTo>
                <a:cubicBezTo>
                  <a:pt x="4882" y="3405"/>
                  <a:pt x="4727" y="3179"/>
                  <a:pt x="4524" y="3060"/>
                </a:cubicBezTo>
                <a:lnTo>
                  <a:pt x="4524" y="2643"/>
                </a:lnTo>
                <a:cubicBezTo>
                  <a:pt x="4524" y="2572"/>
                  <a:pt x="4560" y="2512"/>
                  <a:pt x="4620" y="2465"/>
                </a:cubicBezTo>
                <a:lnTo>
                  <a:pt x="4905" y="2322"/>
                </a:lnTo>
                <a:lnTo>
                  <a:pt x="5179" y="2584"/>
                </a:lnTo>
                <a:cubicBezTo>
                  <a:pt x="5239" y="2643"/>
                  <a:pt x="5322" y="2691"/>
                  <a:pt x="5417" y="2691"/>
                </a:cubicBezTo>
                <a:cubicBezTo>
                  <a:pt x="5501" y="2691"/>
                  <a:pt x="5572" y="2655"/>
                  <a:pt x="5655" y="2584"/>
                </a:cubicBezTo>
                <a:lnTo>
                  <a:pt x="5917" y="2322"/>
                </a:lnTo>
                <a:lnTo>
                  <a:pt x="6203" y="2465"/>
                </a:lnTo>
                <a:cubicBezTo>
                  <a:pt x="6263" y="2500"/>
                  <a:pt x="6310" y="2572"/>
                  <a:pt x="6310" y="2643"/>
                </a:cubicBezTo>
                <a:lnTo>
                  <a:pt x="6310" y="3060"/>
                </a:lnTo>
                <a:cubicBezTo>
                  <a:pt x="6096" y="3179"/>
                  <a:pt x="5953" y="3405"/>
                  <a:pt x="5953" y="3655"/>
                </a:cubicBezTo>
                <a:lnTo>
                  <a:pt x="5953" y="4012"/>
                </a:lnTo>
                <a:cubicBezTo>
                  <a:pt x="5953" y="4298"/>
                  <a:pt x="6084" y="4548"/>
                  <a:pt x="6310" y="4703"/>
                </a:cubicBezTo>
                <a:lnTo>
                  <a:pt x="6310" y="4953"/>
                </a:lnTo>
                <a:cubicBezTo>
                  <a:pt x="6310" y="4953"/>
                  <a:pt x="6310" y="4965"/>
                  <a:pt x="6287" y="4965"/>
                </a:cubicBezTo>
                <a:lnTo>
                  <a:pt x="5870" y="5179"/>
                </a:lnTo>
                <a:cubicBezTo>
                  <a:pt x="5691" y="5263"/>
                  <a:pt x="5596" y="5441"/>
                  <a:pt x="5596" y="5632"/>
                </a:cubicBezTo>
                <a:lnTo>
                  <a:pt x="5596" y="7358"/>
                </a:lnTo>
                <a:cubicBezTo>
                  <a:pt x="5596" y="7501"/>
                  <a:pt x="5632" y="7632"/>
                  <a:pt x="5715" y="7739"/>
                </a:cubicBezTo>
                <a:lnTo>
                  <a:pt x="5894" y="8001"/>
                </a:lnTo>
                <a:cubicBezTo>
                  <a:pt x="5929" y="8061"/>
                  <a:pt x="5953" y="8132"/>
                  <a:pt x="5953" y="8215"/>
                </a:cubicBezTo>
                <a:lnTo>
                  <a:pt x="5953" y="8930"/>
                </a:lnTo>
                <a:cubicBezTo>
                  <a:pt x="5953" y="9013"/>
                  <a:pt x="6025" y="9085"/>
                  <a:pt x="6108" y="9085"/>
                </a:cubicBezTo>
                <a:cubicBezTo>
                  <a:pt x="6203" y="9085"/>
                  <a:pt x="6275" y="9013"/>
                  <a:pt x="6275" y="8930"/>
                </a:cubicBezTo>
                <a:lnTo>
                  <a:pt x="6275" y="8215"/>
                </a:lnTo>
                <a:cubicBezTo>
                  <a:pt x="6275" y="8073"/>
                  <a:pt x="6227" y="7942"/>
                  <a:pt x="6156" y="7834"/>
                </a:cubicBezTo>
                <a:lnTo>
                  <a:pt x="5977" y="7572"/>
                </a:lnTo>
                <a:cubicBezTo>
                  <a:pt x="5929" y="7513"/>
                  <a:pt x="5917" y="7441"/>
                  <a:pt x="5917" y="7358"/>
                </a:cubicBezTo>
                <a:lnTo>
                  <a:pt x="5917" y="5632"/>
                </a:lnTo>
                <a:cubicBezTo>
                  <a:pt x="5917" y="5560"/>
                  <a:pt x="5965" y="5501"/>
                  <a:pt x="6025" y="5453"/>
                </a:cubicBezTo>
                <a:lnTo>
                  <a:pt x="6310" y="5310"/>
                </a:lnTo>
                <a:lnTo>
                  <a:pt x="6572" y="5572"/>
                </a:lnTo>
                <a:cubicBezTo>
                  <a:pt x="6632" y="5632"/>
                  <a:pt x="6727" y="5679"/>
                  <a:pt x="6810" y="5679"/>
                </a:cubicBezTo>
                <a:cubicBezTo>
                  <a:pt x="6906" y="5679"/>
                  <a:pt x="6977" y="5656"/>
                  <a:pt x="7049" y="5572"/>
                </a:cubicBezTo>
                <a:lnTo>
                  <a:pt x="7322" y="5310"/>
                </a:lnTo>
                <a:lnTo>
                  <a:pt x="7596" y="5453"/>
                </a:lnTo>
                <a:cubicBezTo>
                  <a:pt x="7656" y="5489"/>
                  <a:pt x="7703" y="5560"/>
                  <a:pt x="7703" y="5632"/>
                </a:cubicBezTo>
                <a:lnTo>
                  <a:pt x="7703" y="7358"/>
                </a:lnTo>
                <a:cubicBezTo>
                  <a:pt x="7703" y="7441"/>
                  <a:pt x="7691" y="7513"/>
                  <a:pt x="7644" y="7572"/>
                </a:cubicBezTo>
                <a:lnTo>
                  <a:pt x="7465" y="7834"/>
                </a:lnTo>
                <a:cubicBezTo>
                  <a:pt x="7394" y="7953"/>
                  <a:pt x="7346" y="8073"/>
                  <a:pt x="7346" y="8215"/>
                </a:cubicBezTo>
                <a:lnTo>
                  <a:pt x="7346" y="8930"/>
                </a:lnTo>
                <a:cubicBezTo>
                  <a:pt x="7346" y="9013"/>
                  <a:pt x="7418" y="9085"/>
                  <a:pt x="7513" y="9085"/>
                </a:cubicBezTo>
                <a:cubicBezTo>
                  <a:pt x="7596" y="9085"/>
                  <a:pt x="7680" y="9013"/>
                  <a:pt x="7680" y="8930"/>
                </a:cubicBezTo>
                <a:lnTo>
                  <a:pt x="7680" y="8215"/>
                </a:lnTo>
                <a:cubicBezTo>
                  <a:pt x="7680" y="8132"/>
                  <a:pt x="7691" y="8061"/>
                  <a:pt x="7739" y="8001"/>
                </a:cubicBezTo>
                <a:lnTo>
                  <a:pt x="7918" y="7739"/>
                </a:lnTo>
                <a:cubicBezTo>
                  <a:pt x="7989" y="7620"/>
                  <a:pt x="8037" y="7501"/>
                  <a:pt x="8037" y="7358"/>
                </a:cubicBezTo>
                <a:lnTo>
                  <a:pt x="8037" y="5632"/>
                </a:lnTo>
                <a:cubicBezTo>
                  <a:pt x="8037" y="5441"/>
                  <a:pt x="7930" y="5263"/>
                  <a:pt x="7751" y="5179"/>
                </a:cubicBezTo>
                <a:lnTo>
                  <a:pt x="7334" y="4965"/>
                </a:lnTo>
                <a:lnTo>
                  <a:pt x="7322" y="4953"/>
                </a:lnTo>
                <a:lnTo>
                  <a:pt x="7322" y="4703"/>
                </a:lnTo>
                <a:cubicBezTo>
                  <a:pt x="7525" y="4536"/>
                  <a:pt x="7680" y="4298"/>
                  <a:pt x="7680" y="4012"/>
                </a:cubicBezTo>
                <a:lnTo>
                  <a:pt x="7680" y="3655"/>
                </a:lnTo>
                <a:cubicBezTo>
                  <a:pt x="7680" y="3405"/>
                  <a:pt x="7525" y="3179"/>
                  <a:pt x="7322" y="3060"/>
                </a:cubicBezTo>
                <a:lnTo>
                  <a:pt x="7322" y="2643"/>
                </a:lnTo>
                <a:cubicBezTo>
                  <a:pt x="7322" y="2572"/>
                  <a:pt x="7358" y="2512"/>
                  <a:pt x="7418" y="2465"/>
                </a:cubicBezTo>
                <a:lnTo>
                  <a:pt x="7703" y="2322"/>
                </a:lnTo>
                <a:lnTo>
                  <a:pt x="7977" y="2584"/>
                </a:lnTo>
                <a:cubicBezTo>
                  <a:pt x="8037" y="2643"/>
                  <a:pt x="8120" y="2691"/>
                  <a:pt x="8215" y="2691"/>
                </a:cubicBezTo>
                <a:cubicBezTo>
                  <a:pt x="8299" y="2691"/>
                  <a:pt x="8370" y="2655"/>
                  <a:pt x="8453" y="2584"/>
                </a:cubicBezTo>
                <a:lnTo>
                  <a:pt x="8715" y="2322"/>
                </a:lnTo>
                <a:lnTo>
                  <a:pt x="9001" y="2465"/>
                </a:lnTo>
                <a:cubicBezTo>
                  <a:pt x="9061" y="2500"/>
                  <a:pt x="9108" y="2572"/>
                  <a:pt x="9108" y="2643"/>
                </a:cubicBezTo>
                <a:lnTo>
                  <a:pt x="9108" y="3060"/>
                </a:lnTo>
                <a:cubicBezTo>
                  <a:pt x="8894" y="3179"/>
                  <a:pt x="8751" y="3405"/>
                  <a:pt x="8751" y="3655"/>
                </a:cubicBezTo>
                <a:lnTo>
                  <a:pt x="8751" y="4012"/>
                </a:lnTo>
                <a:cubicBezTo>
                  <a:pt x="8751" y="4298"/>
                  <a:pt x="8882" y="4548"/>
                  <a:pt x="9108" y="4703"/>
                </a:cubicBezTo>
                <a:lnTo>
                  <a:pt x="9108" y="4953"/>
                </a:lnTo>
                <a:cubicBezTo>
                  <a:pt x="9108" y="4953"/>
                  <a:pt x="9108" y="4965"/>
                  <a:pt x="9084" y="4965"/>
                </a:cubicBezTo>
                <a:lnTo>
                  <a:pt x="8668" y="5179"/>
                </a:lnTo>
                <a:cubicBezTo>
                  <a:pt x="8489" y="5263"/>
                  <a:pt x="8394" y="5441"/>
                  <a:pt x="8394" y="5632"/>
                </a:cubicBezTo>
                <a:lnTo>
                  <a:pt x="8394" y="7358"/>
                </a:lnTo>
                <a:cubicBezTo>
                  <a:pt x="8394" y="7501"/>
                  <a:pt x="8430" y="7632"/>
                  <a:pt x="8513" y="7739"/>
                </a:cubicBezTo>
                <a:lnTo>
                  <a:pt x="8692" y="8001"/>
                </a:lnTo>
                <a:cubicBezTo>
                  <a:pt x="8727" y="8061"/>
                  <a:pt x="8751" y="8132"/>
                  <a:pt x="8751" y="8215"/>
                </a:cubicBezTo>
                <a:lnTo>
                  <a:pt x="8751" y="8930"/>
                </a:lnTo>
                <a:cubicBezTo>
                  <a:pt x="8751" y="9013"/>
                  <a:pt x="8823" y="9085"/>
                  <a:pt x="8906" y="9085"/>
                </a:cubicBezTo>
                <a:cubicBezTo>
                  <a:pt x="9001" y="9085"/>
                  <a:pt x="9073" y="9013"/>
                  <a:pt x="9073" y="8930"/>
                </a:cubicBezTo>
                <a:lnTo>
                  <a:pt x="9073" y="8215"/>
                </a:lnTo>
                <a:cubicBezTo>
                  <a:pt x="9073" y="8073"/>
                  <a:pt x="9025" y="7942"/>
                  <a:pt x="8954" y="7834"/>
                </a:cubicBezTo>
                <a:lnTo>
                  <a:pt x="8775" y="7572"/>
                </a:lnTo>
                <a:cubicBezTo>
                  <a:pt x="8727" y="7513"/>
                  <a:pt x="8715" y="7441"/>
                  <a:pt x="8715" y="7358"/>
                </a:cubicBezTo>
                <a:lnTo>
                  <a:pt x="8715" y="5632"/>
                </a:lnTo>
                <a:cubicBezTo>
                  <a:pt x="8715" y="5560"/>
                  <a:pt x="8763" y="5501"/>
                  <a:pt x="8823" y="5453"/>
                </a:cubicBezTo>
                <a:lnTo>
                  <a:pt x="9108" y="5310"/>
                </a:lnTo>
                <a:lnTo>
                  <a:pt x="9370" y="5572"/>
                </a:lnTo>
                <a:cubicBezTo>
                  <a:pt x="9430" y="5632"/>
                  <a:pt x="9525" y="5679"/>
                  <a:pt x="9608" y="5679"/>
                </a:cubicBezTo>
                <a:cubicBezTo>
                  <a:pt x="9704" y="5679"/>
                  <a:pt x="9775" y="5656"/>
                  <a:pt x="9846" y="5572"/>
                </a:cubicBezTo>
                <a:lnTo>
                  <a:pt x="10120" y="5310"/>
                </a:lnTo>
                <a:lnTo>
                  <a:pt x="10394" y="5453"/>
                </a:lnTo>
                <a:cubicBezTo>
                  <a:pt x="10454" y="5489"/>
                  <a:pt x="10501" y="5560"/>
                  <a:pt x="10501" y="5632"/>
                </a:cubicBezTo>
                <a:lnTo>
                  <a:pt x="10501" y="7358"/>
                </a:lnTo>
                <a:cubicBezTo>
                  <a:pt x="10501" y="7441"/>
                  <a:pt x="10489" y="7513"/>
                  <a:pt x="10442" y="7572"/>
                </a:cubicBezTo>
                <a:lnTo>
                  <a:pt x="10263" y="7834"/>
                </a:lnTo>
                <a:cubicBezTo>
                  <a:pt x="10192" y="7953"/>
                  <a:pt x="10144" y="8073"/>
                  <a:pt x="10144" y="8215"/>
                </a:cubicBezTo>
                <a:lnTo>
                  <a:pt x="10144" y="8930"/>
                </a:lnTo>
                <a:cubicBezTo>
                  <a:pt x="10144" y="9013"/>
                  <a:pt x="10216" y="9085"/>
                  <a:pt x="10311" y="9085"/>
                </a:cubicBezTo>
                <a:cubicBezTo>
                  <a:pt x="10394" y="9085"/>
                  <a:pt x="10478" y="9013"/>
                  <a:pt x="10478" y="8930"/>
                </a:cubicBezTo>
                <a:lnTo>
                  <a:pt x="10478" y="8215"/>
                </a:lnTo>
                <a:cubicBezTo>
                  <a:pt x="10478" y="8132"/>
                  <a:pt x="10489" y="8061"/>
                  <a:pt x="10537" y="8001"/>
                </a:cubicBezTo>
                <a:lnTo>
                  <a:pt x="10716" y="7739"/>
                </a:lnTo>
                <a:cubicBezTo>
                  <a:pt x="10787" y="7620"/>
                  <a:pt x="10835" y="7501"/>
                  <a:pt x="10835" y="7358"/>
                </a:cubicBezTo>
                <a:lnTo>
                  <a:pt x="10835" y="5632"/>
                </a:lnTo>
                <a:cubicBezTo>
                  <a:pt x="10918" y="5429"/>
                  <a:pt x="10811" y="5251"/>
                  <a:pt x="10632" y="5155"/>
                </a:cubicBezTo>
                <a:lnTo>
                  <a:pt x="10216" y="4953"/>
                </a:lnTo>
                <a:lnTo>
                  <a:pt x="10204" y="4941"/>
                </a:lnTo>
                <a:lnTo>
                  <a:pt x="10204" y="4703"/>
                </a:lnTo>
                <a:cubicBezTo>
                  <a:pt x="10418" y="4536"/>
                  <a:pt x="10561" y="4298"/>
                  <a:pt x="10561" y="4012"/>
                </a:cubicBezTo>
                <a:lnTo>
                  <a:pt x="10561" y="3655"/>
                </a:lnTo>
                <a:cubicBezTo>
                  <a:pt x="10561" y="3286"/>
                  <a:pt x="10251" y="2977"/>
                  <a:pt x="9882" y="2977"/>
                </a:cubicBezTo>
                <a:lnTo>
                  <a:pt x="9501" y="2977"/>
                </a:lnTo>
                <a:lnTo>
                  <a:pt x="9501" y="2643"/>
                </a:lnTo>
                <a:cubicBezTo>
                  <a:pt x="9501" y="2453"/>
                  <a:pt x="9406" y="2274"/>
                  <a:pt x="9227" y="2179"/>
                </a:cubicBezTo>
                <a:lnTo>
                  <a:pt x="8811" y="1977"/>
                </a:lnTo>
                <a:lnTo>
                  <a:pt x="8787" y="1953"/>
                </a:lnTo>
                <a:lnTo>
                  <a:pt x="8787" y="1726"/>
                </a:lnTo>
                <a:cubicBezTo>
                  <a:pt x="9001" y="1560"/>
                  <a:pt x="9144" y="1322"/>
                  <a:pt x="9144" y="1036"/>
                </a:cubicBezTo>
                <a:lnTo>
                  <a:pt x="9144" y="679"/>
                </a:lnTo>
                <a:cubicBezTo>
                  <a:pt x="9144" y="310"/>
                  <a:pt x="8834" y="0"/>
                  <a:pt x="8465" y="0"/>
                </a:cubicBezTo>
                <a:lnTo>
                  <a:pt x="8108" y="0"/>
                </a:lnTo>
                <a:cubicBezTo>
                  <a:pt x="7739" y="0"/>
                  <a:pt x="7418" y="310"/>
                  <a:pt x="7418" y="679"/>
                </a:cubicBezTo>
                <a:lnTo>
                  <a:pt x="7418" y="1036"/>
                </a:lnTo>
                <a:cubicBezTo>
                  <a:pt x="7418" y="1322"/>
                  <a:pt x="7560" y="1572"/>
                  <a:pt x="7775" y="1726"/>
                </a:cubicBezTo>
                <a:lnTo>
                  <a:pt x="7775" y="1977"/>
                </a:lnTo>
                <a:cubicBezTo>
                  <a:pt x="7775" y="1977"/>
                  <a:pt x="7775" y="1988"/>
                  <a:pt x="7763" y="1988"/>
                </a:cubicBezTo>
                <a:lnTo>
                  <a:pt x="7346" y="2203"/>
                </a:lnTo>
                <a:cubicBezTo>
                  <a:pt x="7168" y="2286"/>
                  <a:pt x="7060" y="2465"/>
                  <a:pt x="7060" y="2655"/>
                </a:cubicBezTo>
                <a:lnTo>
                  <a:pt x="7060" y="2989"/>
                </a:lnTo>
                <a:lnTo>
                  <a:pt x="6679" y="2989"/>
                </a:lnTo>
                <a:lnTo>
                  <a:pt x="6679" y="2655"/>
                </a:lnTo>
                <a:cubicBezTo>
                  <a:pt x="6679" y="2465"/>
                  <a:pt x="6572" y="2286"/>
                  <a:pt x="6394" y="2203"/>
                </a:cubicBezTo>
                <a:lnTo>
                  <a:pt x="5977" y="1988"/>
                </a:lnTo>
                <a:lnTo>
                  <a:pt x="5965" y="1977"/>
                </a:lnTo>
                <a:lnTo>
                  <a:pt x="5965" y="1726"/>
                </a:lnTo>
                <a:cubicBezTo>
                  <a:pt x="6167" y="1560"/>
                  <a:pt x="6322" y="1322"/>
                  <a:pt x="6322" y="1036"/>
                </a:cubicBezTo>
                <a:lnTo>
                  <a:pt x="6322" y="679"/>
                </a:lnTo>
                <a:cubicBezTo>
                  <a:pt x="6322" y="310"/>
                  <a:pt x="6013" y="0"/>
                  <a:pt x="5632" y="0"/>
                </a:cubicBezTo>
                <a:lnTo>
                  <a:pt x="5274" y="0"/>
                </a:lnTo>
                <a:cubicBezTo>
                  <a:pt x="4905" y="0"/>
                  <a:pt x="4596" y="310"/>
                  <a:pt x="4596" y="679"/>
                </a:cubicBezTo>
                <a:lnTo>
                  <a:pt x="4596" y="1036"/>
                </a:lnTo>
                <a:cubicBezTo>
                  <a:pt x="4596" y="1322"/>
                  <a:pt x="4727" y="1572"/>
                  <a:pt x="4953" y="1726"/>
                </a:cubicBezTo>
                <a:lnTo>
                  <a:pt x="4953" y="1977"/>
                </a:lnTo>
                <a:cubicBezTo>
                  <a:pt x="4953" y="1977"/>
                  <a:pt x="4953" y="1988"/>
                  <a:pt x="4941" y="1988"/>
                </a:cubicBezTo>
                <a:lnTo>
                  <a:pt x="4524" y="2203"/>
                </a:lnTo>
                <a:cubicBezTo>
                  <a:pt x="4346" y="2286"/>
                  <a:pt x="4239" y="2465"/>
                  <a:pt x="4239" y="2655"/>
                </a:cubicBezTo>
                <a:lnTo>
                  <a:pt x="4239" y="2989"/>
                </a:lnTo>
                <a:lnTo>
                  <a:pt x="3846" y="2989"/>
                </a:lnTo>
                <a:lnTo>
                  <a:pt x="3846" y="2655"/>
                </a:lnTo>
                <a:cubicBezTo>
                  <a:pt x="3846" y="2465"/>
                  <a:pt x="3750" y="2286"/>
                  <a:pt x="3572" y="2203"/>
                </a:cubicBezTo>
                <a:lnTo>
                  <a:pt x="3155" y="1988"/>
                </a:lnTo>
                <a:lnTo>
                  <a:pt x="3131" y="1977"/>
                </a:lnTo>
                <a:lnTo>
                  <a:pt x="3131" y="1726"/>
                </a:lnTo>
                <a:cubicBezTo>
                  <a:pt x="3346" y="1560"/>
                  <a:pt x="3489" y="1322"/>
                  <a:pt x="3489" y="1036"/>
                </a:cubicBezTo>
                <a:lnTo>
                  <a:pt x="3489" y="679"/>
                </a:lnTo>
                <a:cubicBezTo>
                  <a:pt x="3489" y="310"/>
                  <a:pt x="3179" y="0"/>
                  <a:pt x="281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4" name="Google Shape;454;p52"/>
          <p:cNvGrpSpPr/>
          <p:nvPr/>
        </p:nvGrpSpPr>
        <p:grpSpPr>
          <a:xfrm>
            <a:off x="1056121" y="2387807"/>
            <a:ext cx="371395" cy="301279"/>
            <a:chOff x="7550258" y="3832670"/>
            <a:chExt cx="371395" cy="301279"/>
          </a:xfrm>
        </p:grpSpPr>
        <p:sp>
          <p:nvSpPr>
            <p:cNvPr id="455" name="Google Shape;455;p52"/>
            <p:cNvSpPr/>
            <p:nvPr/>
          </p:nvSpPr>
          <p:spPr>
            <a:xfrm>
              <a:off x="7550258" y="3832670"/>
              <a:ext cx="371395" cy="301279"/>
            </a:xfrm>
            <a:custGeom>
              <a:rect b="b" l="l" r="r" t="t"/>
              <a:pathLst>
                <a:path extrusionOk="0" h="9466" w="11669">
                  <a:moveTo>
                    <a:pt x="1822" y="346"/>
                  </a:moveTo>
                  <a:cubicBezTo>
                    <a:pt x="1822" y="346"/>
                    <a:pt x="1834" y="346"/>
                    <a:pt x="1834" y="358"/>
                  </a:cubicBezTo>
                  <a:lnTo>
                    <a:pt x="1834" y="1096"/>
                  </a:lnTo>
                  <a:cubicBezTo>
                    <a:pt x="1834" y="1096"/>
                    <a:pt x="1834" y="1108"/>
                    <a:pt x="1822" y="1108"/>
                  </a:cubicBezTo>
                  <a:lnTo>
                    <a:pt x="1441" y="1108"/>
                  </a:lnTo>
                  <a:cubicBezTo>
                    <a:pt x="1441" y="1108"/>
                    <a:pt x="1429" y="1108"/>
                    <a:pt x="1429" y="1096"/>
                  </a:cubicBezTo>
                  <a:lnTo>
                    <a:pt x="1429" y="358"/>
                  </a:lnTo>
                  <a:lnTo>
                    <a:pt x="1441" y="358"/>
                  </a:lnTo>
                  <a:lnTo>
                    <a:pt x="1822" y="346"/>
                  </a:lnTo>
                  <a:close/>
                  <a:moveTo>
                    <a:pt x="10228" y="346"/>
                  </a:moveTo>
                  <a:cubicBezTo>
                    <a:pt x="10228" y="346"/>
                    <a:pt x="10240" y="346"/>
                    <a:pt x="10240" y="358"/>
                  </a:cubicBezTo>
                  <a:lnTo>
                    <a:pt x="10240" y="1096"/>
                  </a:lnTo>
                  <a:cubicBezTo>
                    <a:pt x="10240" y="1096"/>
                    <a:pt x="10240" y="1108"/>
                    <a:pt x="10228" y="1108"/>
                  </a:cubicBezTo>
                  <a:lnTo>
                    <a:pt x="9859" y="1108"/>
                  </a:lnTo>
                  <a:cubicBezTo>
                    <a:pt x="9859" y="1108"/>
                    <a:pt x="9835" y="1108"/>
                    <a:pt x="9835" y="1096"/>
                  </a:cubicBezTo>
                  <a:lnTo>
                    <a:pt x="9835" y="358"/>
                  </a:lnTo>
                  <a:lnTo>
                    <a:pt x="9859" y="358"/>
                  </a:lnTo>
                  <a:lnTo>
                    <a:pt x="10228" y="346"/>
                  </a:lnTo>
                  <a:close/>
                  <a:moveTo>
                    <a:pt x="10966" y="1096"/>
                  </a:moveTo>
                  <a:cubicBezTo>
                    <a:pt x="11180" y="1096"/>
                    <a:pt x="11347" y="1251"/>
                    <a:pt x="11347" y="1465"/>
                  </a:cubicBezTo>
                  <a:lnTo>
                    <a:pt x="11347" y="8775"/>
                  </a:lnTo>
                  <a:cubicBezTo>
                    <a:pt x="11323" y="8978"/>
                    <a:pt x="11168" y="9144"/>
                    <a:pt x="10954" y="9144"/>
                  </a:cubicBezTo>
                  <a:lnTo>
                    <a:pt x="715" y="9144"/>
                  </a:lnTo>
                  <a:cubicBezTo>
                    <a:pt x="512" y="9144"/>
                    <a:pt x="346" y="8978"/>
                    <a:pt x="346" y="8775"/>
                  </a:cubicBezTo>
                  <a:lnTo>
                    <a:pt x="346" y="1465"/>
                  </a:lnTo>
                  <a:cubicBezTo>
                    <a:pt x="346" y="1251"/>
                    <a:pt x="512" y="1096"/>
                    <a:pt x="715" y="1096"/>
                  </a:cubicBezTo>
                  <a:lnTo>
                    <a:pt x="1084" y="1096"/>
                  </a:lnTo>
                  <a:lnTo>
                    <a:pt x="1084" y="1108"/>
                  </a:lnTo>
                  <a:cubicBezTo>
                    <a:pt x="1084" y="1298"/>
                    <a:pt x="1250" y="1465"/>
                    <a:pt x="1441" y="1465"/>
                  </a:cubicBezTo>
                  <a:lnTo>
                    <a:pt x="1822" y="1465"/>
                  </a:lnTo>
                  <a:cubicBezTo>
                    <a:pt x="2012" y="1465"/>
                    <a:pt x="2179" y="1298"/>
                    <a:pt x="2179" y="1108"/>
                  </a:cubicBezTo>
                  <a:lnTo>
                    <a:pt x="2179" y="1096"/>
                  </a:lnTo>
                  <a:lnTo>
                    <a:pt x="9513" y="1096"/>
                  </a:lnTo>
                  <a:lnTo>
                    <a:pt x="9513" y="1108"/>
                  </a:lnTo>
                  <a:cubicBezTo>
                    <a:pt x="9513" y="1298"/>
                    <a:pt x="9680" y="1465"/>
                    <a:pt x="9871" y="1465"/>
                  </a:cubicBezTo>
                  <a:lnTo>
                    <a:pt x="10240" y="1465"/>
                  </a:lnTo>
                  <a:cubicBezTo>
                    <a:pt x="10430" y="1465"/>
                    <a:pt x="10597" y="1298"/>
                    <a:pt x="10597" y="1108"/>
                  </a:cubicBezTo>
                  <a:lnTo>
                    <a:pt x="10597" y="1096"/>
                  </a:lnTo>
                  <a:close/>
                  <a:moveTo>
                    <a:pt x="1441" y="0"/>
                  </a:moveTo>
                  <a:cubicBezTo>
                    <a:pt x="1250" y="0"/>
                    <a:pt x="1084" y="167"/>
                    <a:pt x="1084" y="358"/>
                  </a:cubicBezTo>
                  <a:lnTo>
                    <a:pt x="1084" y="739"/>
                  </a:lnTo>
                  <a:lnTo>
                    <a:pt x="715" y="739"/>
                  </a:lnTo>
                  <a:cubicBezTo>
                    <a:pt x="310" y="739"/>
                    <a:pt x="0" y="1060"/>
                    <a:pt x="0" y="1453"/>
                  </a:cubicBezTo>
                  <a:lnTo>
                    <a:pt x="0" y="8752"/>
                  </a:lnTo>
                  <a:cubicBezTo>
                    <a:pt x="0" y="9156"/>
                    <a:pt x="334" y="9466"/>
                    <a:pt x="715" y="9466"/>
                  </a:cubicBezTo>
                  <a:lnTo>
                    <a:pt x="10954" y="9466"/>
                  </a:lnTo>
                  <a:cubicBezTo>
                    <a:pt x="11359" y="9466"/>
                    <a:pt x="11668" y="9144"/>
                    <a:pt x="11668" y="8752"/>
                  </a:cubicBezTo>
                  <a:lnTo>
                    <a:pt x="11668" y="1453"/>
                  </a:lnTo>
                  <a:cubicBezTo>
                    <a:pt x="11668" y="1060"/>
                    <a:pt x="11359" y="739"/>
                    <a:pt x="10954" y="739"/>
                  </a:cubicBezTo>
                  <a:lnTo>
                    <a:pt x="10585" y="739"/>
                  </a:lnTo>
                  <a:lnTo>
                    <a:pt x="10585" y="358"/>
                  </a:lnTo>
                  <a:cubicBezTo>
                    <a:pt x="10585" y="167"/>
                    <a:pt x="10418" y="0"/>
                    <a:pt x="10228" y="0"/>
                  </a:cubicBezTo>
                  <a:lnTo>
                    <a:pt x="9859" y="0"/>
                  </a:lnTo>
                  <a:cubicBezTo>
                    <a:pt x="9656" y="0"/>
                    <a:pt x="9490" y="167"/>
                    <a:pt x="9490" y="358"/>
                  </a:cubicBezTo>
                  <a:lnTo>
                    <a:pt x="9490" y="739"/>
                  </a:lnTo>
                  <a:lnTo>
                    <a:pt x="2179" y="739"/>
                  </a:lnTo>
                  <a:lnTo>
                    <a:pt x="2179" y="358"/>
                  </a:lnTo>
                  <a:cubicBezTo>
                    <a:pt x="2179" y="167"/>
                    <a:pt x="2012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52"/>
            <p:cNvSpPr/>
            <p:nvPr/>
          </p:nvSpPr>
          <p:spPr>
            <a:xfrm>
              <a:off x="7574129" y="3891009"/>
              <a:ext cx="324418" cy="10662"/>
            </a:xfrm>
            <a:custGeom>
              <a:rect b="b" l="l" r="r" t="t"/>
              <a:pathLst>
                <a:path extrusionOk="0" h="335" w="10193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10025" y="334"/>
                  </a:lnTo>
                  <a:cubicBezTo>
                    <a:pt x="10121" y="334"/>
                    <a:pt x="10192" y="251"/>
                    <a:pt x="10192" y="168"/>
                  </a:cubicBezTo>
                  <a:cubicBezTo>
                    <a:pt x="10192" y="72"/>
                    <a:pt x="10121" y="1"/>
                    <a:pt x="100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52"/>
            <p:cNvSpPr/>
            <p:nvPr/>
          </p:nvSpPr>
          <p:spPr>
            <a:xfrm>
              <a:off x="7591188" y="3937637"/>
              <a:ext cx="45481" cy="10248"/>
            </a:xfrm>
            <a:custGeom>
              <a:rect b="b" l="l" r="r" t="t"/>
              <a:pathLst>
                <a:path extrusionOk="0" h="322" w="1429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1262" y="322"/>
                  </a:lnTo>
                  <a:cubicBezTo>
                    <a:pt x="1346" y="322"/>
                    <a:pt x="1429" y="250"/>
                    <a:pt x="1429" y="155"/>
                  </a:cubicBezTo>
                  <a:cubicBezTo>
                    <a:pt x="1429" y="72"/>
                    <a:pt x="1346" y="0"/>
                    <a:pt x="1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52"/>
            <p:cNvSpPr/>
            <p:nvPr/>
          </p:nvSpPr>
          <p:spPr>
            <a:xfrm>
              <a:off x="7672667" y="3937637"/>
              <a:ext cx="45481" cy="10248"/>
            </a:xfrm>
            <a:custGeom>
              <a:rect b="b" l="l" r="r" t="t"/>
              <a:pathLst>
                <a:path extrusionOk="0" h="322" w="1429">
                  <a:moveTo>
                    <a:pt x="155" y="0"/>
                  </a:moveTo>
                  <a:cubicBezTo>
                    <a:pt x="71" y="0"/>
                    <a:pt x="0" y="72"/>
                    <a:pt x="0" y="155"/>
                  </a:cubicBezTo>
                  <a:cubicBezTo>
                    <a:pt x="0" y="250"/>
                    <a:pt x="71" y="322"/>
                    <a:pt x="155" y="322"/>
                  </a:cubicBezTo>
                  <a:lnTo>
                    <a:pt x="1262" y="322"/>
                  </a:lnTo>
                  <a:cubicBezTo>
                    <a:pt x="1345" y="322"/>
                    <a:pt x="1429" y="250"/>
                    <a:pt x="1429" y="155"/>
                  </a:cubicBezTo>
                  <a:cubicBezTo>
                    <a:pt x="1429" y="72"/>
                    <a:pt x="1345" y="0"/>
                    <a:pt x="1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52"/>
            <p:cNvSpPr/>
            <p:nvPr/>
          </p:nvSpPr>
          <p:spPr>
            <a:xfrm>
              <a:off x="7835592" y="3937637"/>
              <a:ext cx="45131" cy="10248"/>
            </a:xfrm>
            <a:custGeom>
              <a:rect b="b" l="l" r="r" t="t"/>
              <a:pathLst>
                <a:path extrusionOk="0" h="322" w="1418">
                  <a:moveTo>
                    <a:pt x="155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1263" y="322"/>
                  </a:lnTo>
                  <a:cubicBezTo>
                    <a:pt x="1346" y="322"/>
                    <a:pt x="1418" y="250"/>
                    <a:pt x="1418" y="155"/>
                  </a:cubicBezTo>
                  <a:cubicBezTo>
                    <a:pt x="1418" y="72"/>
                    <a:pt x="1346" y="0"/>
                    <a:pt x="1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52"/>
            <p:cNvSpPr/>
            <p:nvPr/>
          </p:nvSpPr>
          <p:spPr>
            <a:xfrm>
              <a:off x="7591188" y="3984232"/>
              <a:ext cx="45481" cy="10662"/>
            </a:xfrm>
            <a:custGeom>
              <a:rect b="b" l="l" r="r" t="t"/>
              <a:pathLst>
                <a:path extrusionOk="0" h="335" w="1429">
                  <a:moveTo>
                    <a:pt x="155" y="1"/>
                  </a:moveTo>
                  <a:cubicBezTo>
                    <a:pt x="72" y="1"/>
                    <a:pt x="0" y="84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262" y="334"/>
                  </a:lnTo>
                  <a:cubicBezTo>
                    <a:pt x="1346" y="334"/>
                    <a:pt x="1429" y="263"/>
                    <a:pt x="1429" y="168"/>
                  </a:cubicBezTo>
                  <a:cubicBezTo>
                    <a:pt x="1429" y="84"/>
                    <a:pt x="1346" y="1"/>
                    <a:pt x="1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52"/>
            <p:cNvSpPr/>
            <p:nvPr/>
          </p:nvSpPr>
          <p:spPr>
            <a:xfrm>
              <a:off x="7754113" y="3984232"/>
              <a:ext cx="45513" cy="10662"/>
            </a:xfrm>
            <a:custGeom>
              <a:rect b="b" l="l" r="r" t="t"/>
              <a:pathLst>
                <a:path extrusionOk="0" h="335" w="1430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1263" y="334"/>
                  </a:lnTo>
                  <a:cubicBezTo>
                    <a:pt x="1346" y="334"/>
                    <a:pt x="1430" y="263"/>
                    <a:pt x="1430" y="168"/>
                  </a:cubicBezTo>
                  <a:cubicBezTo>
                    <a:pt x="1430" y="84"/>
                    <a:pt x="1346" y="1"/>
                    <a:pt x="1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52"/>
            <p:cNvSpPr/>
            <p:nvPr/>
          </p:nvSpPr>
          <p:spPr>
            <a:xfrm>
              <a:off x="7591188" y="4030859"/>
              <a:ext cx="45481" cy="10248"/>
            </a:xfrm>
            <a:custGeom>
              <a:rect b="b" l="l" r="r" t="t"/>
              <a:pathLst>
                <a:path extrusionOk="0" h="322" w="1429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1262" y="322"/>
                  </a:lnTo>
                  <a:cubicBezTo>
                    <a:pt x="1346" y="322"/>
                    <a:pt x="1429" y="250"/>
                    <a:pt x="1429" y="167"/>
                  </a:cubicBezTo>
                  <a:cubicBezTo>
                    <a:pt x="1429" y="72"/>
                    <a:pt x="1346" y="0"/>
                    <a:pt x="1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52"/>
            <p:cNvSpPr/>
            <p:nvPr/>
          </p:nvSpPr>
          <p:spPr>
            <a:xfrm>
              <a:off x="7672667" y="4030859"/>
              <a:ext cx="45481" cy="10248"/>
            </a:xfrm>
            <a:custGeom>
              <a:rect b="b" l="l" r="r" t="t"/>
              <a:pathLst>
                <a:path extrusionOk="0" h="322" w="1429">
                  <a:moveTo>
                    <a:pt x="155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250"/>
                    <a:pt x="71" y="322"/>
                    <a:pt x="155" y="322"/>
                  </a:cubicBezTo>
                  <a:lnTo>
                    <a:pt x="1262" y="322"/>
                  </a:lnTo>
                  <a:cubicBezTo>
                    <a:pt x="1345" y="322"/>
                    <a:pt x="1429" y="250"/>
                    <a:pt x="1429" y="167"/>
                  </a:cubicBezTo>
                  <a:cubicBezTo>
                    <a:pt x="1429" y="72"/>
                    <a:pt x="1345" y="0"/>
                    <a:pt x="1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52"/>
            <p:cNvSpPr/>
            <p:nvPr/>
          </p:nvSpPr>
          <p:spPr>
            <a:xfrm>
              <a:off x="7835592" y="4030859"/>
              <a:ext cx="45131" cy="10248"/>
            </a:xfrm>
            <a:custGeom>
              <a:rect b="b" l="l" r="r" t="t"/>
              <a:pathLst>
                <a:path extrusionOk="0" h="322" w="1418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1263" y="322"/>
                  </a:lnTo>
                  <a:cubicBezTo>
                    <a:pt x="1346" y="322"/>
                    <a:pt x="1418" y="250"/>
                    <a:pt x="1418" y="167"/>
                  </a:cubicBezTo>
                  <a:cubicBezTo>
                    <a:pt x="1418" y="72"/>
                    <a:pt x="1346" y="0"/>
                    <a:pt x="1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52"/>
            <p:cNvSpPr/>
            <p:nvPr/>
          </p:nvSpPr>
          <p:spPr>
            <a:xfrm>
              <a:off x="7672667" y="4077073"/>
              <a:ext cx="45481" cy="10662"/>
            </a:xfrm>
            <a:custGeom>
              <a:rect b="b" l="l" r="r" t="t"/>
              <a:pathLst>
                <a:path extrusionOk="0" h="335" w="1429">
                  <a:moveTo>
                    <a:pt x="155" y="1"/>
                  </a:moveTo>
                  <a:cubicBezTo>
                    <a:pt x="71" y="1"/>
                    <a:pt x="0" y="84"/>
                    <a:pt x="0" y="168"/>
                  </a:cubicBezTo>
                  <a:cubicBezTo>
                    <a:pt x="0" y="263"/>
                    <a:pt x="71" y="334"/>
                    <a:pt x="155" y="334"/>
                  </a:cubicBezTo>
                  <a:lnTo>
                    <a:pt x="1262" y="334"/>
                  </a:lnTo>
                  <a:cubicBezTo>
                    <a:pt x="1345" y="334"/>
                    <a:pt x="1429" y="263"/>
                    <a:pt x="1429" y="168"/>
                  </a:cubicBezTo>
                  <a:cubicBezTo>
                    <a:pt x="1429" y="84"/>
                    <a:pt x="1345" y="1"/>
                    <a:pt x="1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52"/>
            <p:cNvSpPr/>
            <p:nvPr/>
          </p:nvSpPr>
          <p:spPr>
            <a:xfrm>
              <a:off x="7754113" y="4077073"/>
              <a:ext cx="45513" cy="10662"/>
            </a:xfrm>
            <a:custGeom>
              <a:rect b="b" l="l" r="r" t="t"/>
              <a:pathLst>
                <a:path extrusionOk="0" h="335" w="1430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1263" y="334"/>
                  </a:lnTo>
                  <a:cubicBezTo>
                    <a:pt x="1346" y="334"/>
                    <a:pt x="1430" y="263"/>
                    <a:pt x="1430" y="168"/>
                  </a:cubicBezTo>
                  <a:cubicBezTo>
                    <a:pt x="1430" y="84"/>
                    <a:pt x="1346" y="1"/>
                    <a:pt x="1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52"/>
            <p:cNvSpPr/>
            <p:nvPr/>
          </p:nvSpPr>
          <p:spPr>
            <a:xfrm>
              <a:off x="7835592" y="4077073"/>
              <a:ext cx="45131" cy="10662"/>
            </a:xfrm>
            <a:custGeom>
              <a:rect b="b" l="l" r="r" t="t"/>
              <a:pathLst>
                <a:path extrusionOk="0" h="335" w="1418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5" y="334"/>
                  </a:cubicBezTo>
                  <a:lnTo>
                    <a:pt x="1263" y="334"/>
                  </a:lnTo>
                  <a:cubicBezTo>
                    <a:pt x="1346" y="334"/>
                    <a:pt x="1418" y="263"/>
                    <a:pt x="1418" y="168"/>
                  </a:cubicBezTo>
                  <a:cubicBezTo>
                    <a:pt x="1418" y="84"/>
                    <a:pt x="1346" y="1"/>
                    <a:pt x="1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52"/>
            <p:cNvSpPr/>
            <p:nvPr/>
          </p:nvSpPr>
          <p:spPr>
            <a:xfrm>
              <a:off x="7672667" y="3972583"/>
              <a:ext cx="46245" cy="34055"/>
            </a:xfrm>
            <a:custGeom>
              <a:rect b="b" l="l" r="r" t="t"/>
              <a:pathLst>
                <a:path extrusionOk="0" h="1070" w="1453">
                  <a:moveTo>
                    <a:pt x="1262" y="1"/>
                  </a:moveTo>
                  <a:cubicBezTo>
                    <a:pt x="1217" y="1"/>
                    <a:pt x="1173" y="16"/>
                    <a:pt x="1143" y="45"/>
                  </a:cubicBezTo>
                  <a:lnTo>
                    <a:pt x="536" y="653"/>
                  </a:lnTo>
                  <a:lnTo>
                    <a:pt x="298" y="415"/>
                  </a:lnTo>
                  <a:cubicBezTo>
                    <a:pt x="268" y="385"/>
                    <a:pt x="223" y="370"/>
                    <a:pt x="179" y="370"/>
                  </a:cubicBezTo>
                  <a:cubicBezTo>
                    <a:pt x="134" y="370"/>
                    <a:pt x="89" y="385"/>
                    <a:pt x="60" y="415"/>
                  </a:cubicBezTo>
                  <a:cubicBezTo>
                    <a:pt x="0" y="474"/>
                    <a:pt x="0" y="593"/>
                    <a:pt x="60" y="653"/>
                  </a:cubicBezTo>
                  <a:lnTo>
                    <a:pt x="429" y="1022"/>
                  </a:lnTo>
                  <a:cubicBezTo>
                    <a:pt x="452" y="1057"/>
                    <a:pt x="500" y="1069"/>
                    <a:pt x="548" y="1069"/>
                  </a:cubicBezTo>
                  <a:cubicBezTo>
                    <a:pt x="595" y="1069"/>
                    <a:pt x="631" y="1057"/>
                    <a:pt x="667" y="1022"/>
                  </a:cubicBezTo>
                  <a:lnTo>
                    <a:pt x="1393" y="295"/>
                  </a:lnTo>
                  <a:cubicBezTo>
                    <a:pt x="1453" y="224"/>
                    <a:pt x="1453" y="117"/>
                    <a:pt x="1381" y="45"/>
                  </a:cubicBezTo>
                  <a:cubicBezTo>
                    <a:pt x="1351" y="16"/>
                    <a:pt x="1307" y="1"/>
                    <a:pt x="1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52"/>
            <p:cNvSpPr/>
            <p:nvPr/>
          </p:nvSpPr>
          <p:spPr>
            <a:xfrm>
              <a:off x="7835592" y="3972583"/>
              <a:ext cx="45895" cy="34055"/>
            </a:xfrm>
            <a:custGeom>
              <a:rect b="b" l="l" r="r" t="t"/>
              <a:pathLst>
                <a:path extrusionOk="0" h="1070" w="1442">
                  <a:moveTo>
                    <a:pt x="1263" y="1"/>
                  </a:moveTo>
                  <a:cubicBezTo>
                    <a:pt x="1218" y="1"/>
                    <a:pt x="1173" y="16"/>
                    <a:pt x="1144" y="45"/>
                  </a:cubicBezTo>
                  <a:lnTo>
                    <a:pt x="536" y="653"/>
                  </a:lnTo>
                  <a:lnTo>
                    <a:pt x="298" y="415"/>
                  </a:lnTo>
                  <a:cubicBezTo>
                    <a:pt x="269" y="385"/>
                    <a:pt x="224" y="370"/>
                    <a:pt x="179" y="370"/>
                  </a:cubicBezTo>
                  <a:cubicBezTo>
                    <a:pt x="135" y="370"/>
                    <a:pt x="90" y="385"/>
                    <a:pt x="60" y="415"/>
                  </a:cubicBezTo>
                  <a:cubicBezTo>
                    <a:pt x="1" y="474"/>
                    <a:pt x="1" y="593"/>
                    <a:pt x="60" y="653"/>
                  </a:cubicBezTo>
                  <a:lnTo>
                    <a:pt x="429" y="1022"/>
                  </a:lnTo>
                  <a:cubicBezTo>
                    <a:pt x="453" y="1057"/>
                    <a:pt x="501" y="1069"/>
                    <a:pt x="548" y="1069"/>
                  </a:cubicBezTo>
                  <a:cubicBezTo>
                    <a:pt x="596" y="1069"/>
                    <a:pt x="632" y="1057"/>
                    <a:pt x="667" y="1022"/>
                  </a:cubicBezTo>
                  <a:lnTo>
                    <a:pt x="1394" y="295"/>
                  </a:lnTo>
                  <a:cubicBezTo>
                    <a:pt x="1441" y="224"/>
                    <a:pt x="1441" y="117"/>
                    <a:pt x="1382" y="45"/>
                  </a:cubicBezTo>
                  <a:cubicBezTo>
                    <a:pt x="1352" y="16"/>
                    <a:pt x="1307" y="1"/>
                    <a:pt x="1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52"/>
            <p:cNvSpPr/>
            <p:nvPr/>
          </p:nvSpPr>
          <p:spPr>
            <a:xfrm>
              <a:off x="7754113" y="4019592"/>
              <a:ext cx="46277" cy="34024"/>
            </a:xfrm>
            <a:custGeom>
              <a:rect b="b" l="l" r="r" t="t"/>
              <a:pathLst>
                <a:path extrusionOk="0" h="1069" w="1454">
                  <a:moveTo>
                    <a:pt x="1263" y="0"/>
                  </a:moveTo>
                  <a:cubicBezTo>
                    <a:pt x="1218" y="0"/>
                    <a:pt x="1174" y="15"/>
                    <a:pt x="1144" y="45"/>
                  </a:cubicBezTo>
                  <a:lnTo>
                    <a:pt x="537" y="652"/>
                  </a:lnTo>
                  <a:lnTo>
                    <a:pt x="299" y="414"/>
                  </a:lnTo>
                  <a:cubicBezTo>
                    <a:pt x="269" y="384"/>
                    <a:pt x="224" y="369"/>
                    <a:pt x="179" y="369"/>
                  </a:cubicBezTo>
                  <a:cubicBezTo>
                    <a:pt x="135" y="369"/>
                    <a:pt x="90" y="384"/>
                    <a:pt x="60" y="414"/>
                  </a:cubicBezTo>
                  <a:cubicBezTo>
                    <a:pt x="1" y="473"/>
                    <a:pt x="1" y="593"/>
                    <a:pt x="60" y="652"/>
                  </a:cubicBezTo>
                  <a:lnTo>
                    <a:pt x="429" y="1021"/>
                  </a:lnTo>
                  <a:cubicBezTo>
                    <a:pt x="453" y="1057"/>
                    <a:pt x="501" y="1069"/>
                    <a:pt x="549" y="1069"/>
                  </a:cubicBezTo>
                  <a:cubicBezTo>
                    <a:pt x="596" y="1069"/>
                    <a:pt x="632" y="1057"/>
                    <a:pt x="668" y="1021"/>
                  </a:cubicBezTo>
                  <a:lnTo>
                    <a:pt x="1394" y="295"/>
                  </a:lnTo>
                  <a:cubicBezTo>
                    <a:pt x="1453" y="200"/>
                    <a:pt x="1453" y="104"/>
                    <a:pt x="1382" y="45"/>
                  </a:cubicBezTo>
                  <a:cubicBezTo>
                    <a:pt x="1352" y="15"/>
                    <a:pt x="1308" y="0"/>
                    <a:pt x="1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52"/>
            <p:cNvSpPr/>
            <p:nvPr/>
          </p:nvSpPr>
          <p:spPr>
            <a:xfrm>
              <a:off x="7591188" y="4065806"/>
              <a:ext cx="46245" cy="34055"/>
            </a:xfrm>
            <a:custGeom>
              <a:rect b="b" l="l" r="r" t="t"/>
              <a:pathLst>
                <a:path extrusionOk="0" h="1070" w="1453">
                  <a:moveTo>
                    <a:pt x="1262" y="1"/>
                  </a:moveTo>
                  <a:cubicBezTo>
                    <a:pt x="1218" y="1"/>
                    <a:pt x="1173" y="16"/>
                    <a:pt x="1143" y="45"/>
                  </a:cubicBezTo>
                  <a:lnTo>
                    <a:pt x="536" y="653"/>
                  </a:lnTo>
                  <a:lnTo>
                    <a:pt x="298" y="414"/>
                  </a:lnTo>
                  <a:cubicBezTo>
                    <a:pt x="268" y="385"/>
                    <a:pt x="223" y="370"/>
                    <a:pt x="179" y="370"/>
                  </a:cubicBezTo>
                  <a:cubicBezTo>
                    <a:pt x="134" y="370"/>
                    <a:pt x="89" y="385"/>
                    <a:pt x="60" y="414"/>
                  </a:cubicBezTo>
                  <a:cubicBezTo>
                    <a:pt x="0" y="474"/>
                    <a:pt x="0" y="593"/>
                    <a:pt x="60" y="653"/>
                  </a:cubicBezTo>
                  <a:lnTo>
                    <a:pt x="429" y="1034"/>
                  </a:lnTo>
                  <a:cubicBezTo>
                    <a:pt x="453" y="1057"/>
                    <a:pt x="500" y="1069"/>
                    <a:pt x="548" y="1069"/>
                  </a:cubicBezTo>
                  <a:cubicBezTo>
                    <a:pt x="595" y="1069"/>
                    <a:pt x="631" y="1057"/>
                    <a:pt x="667" y="1034"/>
                  </a:cubicBezTo>
                  <a:lnTo>
                    <a:pt x="1393" y="295"/>
                  </a:lnTo>
                  <a:cubicBezTo>
                    <a:pt x="1453" y="224"/>
                    <a:pt x="1453" y="105"/>
                    <a:pt x="1381" y="45"/>
                  </a:cubicBezTo>
                  <a:cubicBezTo>
                    <a:pt x="1352" y="16"/>
                    <a:pt x="1307" y="1"/>
                    <a:pt x="1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52"/>
            <p:cNvSpPr/>
            <p:nvPr/>
          </p:nvSpPr>
          <p:spPr>
            <a:xfrm>
              <a:off x="7754113" y="3925988"/>
              <a:ext cx="46277" cy="34406"/>
            </a:xfrm>
            <a:custGeom>
              <a:rect b="b" l="l" r="r" t="t"/>
              <a:pathLst>
                <a:path extrusionOk="0" h="1081" w="1454">
                  <a:moveTo>
                    <a:pt x="1263" y="0"/>
                  </a:moveTo>
                  <a:cubicBezTo>
                    <a:pt x="1218" y="0"/>
                    <a:pt x="1174" y="15"/>
                    <a:pt x="1144" y="45"/>
                  </a:cubicBezTo>
                  <a:lnTo>
                    <a:pt x="537" y="664"/>
                  </a:lnTo>
                  <a:lnTo>
                    <a:pt x="299" y="426"/>
                  </a:lnTo>
                  <a:cubicBezTo>
                    <a:pt x="269" y="396"/>
                    <a:pt x="224" y="381"/>
                    <a:pt x="179" y="381"/>
                  </a:cubicBezTo>
                  <a:cubicBezTo>
                    <a:pt x="135" y="381"/>
                    <a:pt x="90" y="396"/>
                    <a:pt x="60" y="426"/>
                  </a:cubicBezTo>
                  <a:cubicBezTo>
                    <a:pt x="1" y="486"/>
                    <a:pt x="1" y="605"/>
                    <a:pt x="60" y="664"/>
                  </a:cubicBezTo>
                  <a:lnTo>
                    <a:pt x="429" y="1033"/>
                  </a:lnTo>
                  <a:cubicBezTo>
                    <a:pt x="453" y="1057"/>
                    <a:pt x="501" y="1081"/>
                    <a:pt x="549" y="1081"/>
                  </a:cubicBezTo>
                  <a:cubicBezTo>
                    <a:pt x="596" y="1081"/>
                    <a:pt x="632" y="1057"/>
                    <a:pt x="668" y="1033"/>
                  </a:cubicBezTo>
                  <a:lnTo>
                    <a:pt x="1394" y="307"/>
                  </a:lnTo>
                  <a:cubicBezTo>
                    <a:pt x="1453" y="224"/>
                    <a:pt x="1453" y="128"/>
                    <a:pt x="1382" y="45"/>
                  </a:cubicBezTo>
                  <a:cubicBezTo>
                    <a:pt x="1352" y="15"/>
                    <a:pt x="1308" y="0"/>
                    <a:pt x="1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73" name="Google Shape;473;p52" title="85a527934ddc580f399a010efa1ea3dcd7e75ad45b0ccefa7a6fb7225a72b8d9-1024x68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4722" y="1467200"/>
            <a:ext cx="3749279" cy="249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3"/>
          <p:cNvSpPr/>
          <p:nvPr/>
        </p:nvSpPr>
        <p:spPr>
          <a:xfrm>
            <a:off x="2522400" y="646175"/>
            <a:ext cx="4099200" cy="358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479" name="Google Shape;479;p53"/>
          <p:cNvSpPr txBox="1"/>
          <p:nvPr>
            <p:ph type="ctrTitle"/>
          </p:nvPr>
        </p:nvSpPr>
        <p:spPr>
          <a:xfrm flipH="1">
            <a:off x="2651325" y="2312364"/>
            <a:ext cx="2823900" cy="16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Industry Overview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0" name="Google Shape;480;p53"/>
          <p:cNvSpPr txBox="1"/>
          <p:nvPr>
            <p:ph idx="2" type="title"/>
          </p:nvPr>
        </p:nvSpPr>
        <p:spPr>
          <a:xfrm flipH="1">
            <a:off x="5705464" y="2312375"/>
            <a:ext cx="2333700" cy="16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1" name="Google Shape;481;p53"/>
          <p:cNvSpPr txBox="1"/>
          <p:nvPr/>
        </p:nvSpPr>
        <p:spPr>
          <a:xfrm>
            <a:off x="1261825" y="4368575"/>
            <a:ext cx="702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is WSP’s market environment, why is it attractive right now?</a:t>
            </a:r>
            <a:endParaRPr sz="18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4"/>
          <p:cNvSpPr txBox="1"/>
          <p:nvPr>
            <p:ph type="ctrTitle"/>
          </p:nvPr>
        </p:nvSpPr>
        <p:spPr>
          <a:xfrm>
            <a:off x="723600" y="470625"/>
            <a:ext cx="2029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Global Infrastructure &amp; ESG Services Market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487" name="Google Shape;487;p54"/>
          <p:cNvSpPr/>
          <p:nvPr/>
        </p:nvSpPr>
        <p:spPr>
          <a:xfrm>
            <a:off x="657300" y="2076450"/>
            <a:ext cx="2590800" cy="241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4"/>
          <p:cNvSpPr/>
          <p:nvPr/>
        </p:nvSpPr>
        <p:spPr>
          <a:xfrm>
            <a:off x="2752725" y="-276225"/>
            <a:ext cx="2590800" cy="2838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4"/>
          <p:cNvSpPr/>
          <p:nvPr/>
        </p:nvSpPr>
        <p:spPr>
          <a:xfrm>
            <a:off x="3593600" y="2289000"/>
            <a:ext cx="3531600" cy="251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4"/>
          <p:cNvSpPr/>
          <p:nvPr/>
        </p:nvSpPr>
        <p:spPr>
          <a:xfrm>
            <a:off x="6334125" y="1416825"/>
            <a:ext cx="3200400" cy="216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4"/>
          <p:cNvSpPr txBox="1"/>
          <p:nvPr/>
        </p:nvSpPr>
        <p:spPr>
          <a:xfrm>
            <a:off x="844875" y="2854513"/>
            <a:ext cx="2029200" cy="1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Cities need help with climate plans, Companies must meet stricter environmental rules.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92" name="Google Shape;492;p54"/>
          <p:cNvSpPr txBox="1"/>
          <p:nvPr/>
        </p:nvSpPr>
        <p:spPr>
          <a:xfrm>
            <a:off x="1076625" y="2289000"/>
            <a:ext cx="17457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Rising ESG &amp; Climate Demand</a:t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93" name="Google Shape;493;p54"/>
          <p:cNvSpPr txBox="1"/>
          <p:nvPr/>
        </p:nvSpPr>
        <p:spPr>
          <a:xfrm>
            <a:off x="2865525" y="942525"/>
            <a:ext cx="23652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Directly </a:t>
            </a: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benefits from long</a:t>
            </a: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-term spend in transportation, water, transit, and utilities.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94" name="Google Shape;494;p54"/>
          <p:cNvSpPr txBox="1"/>
          <p:nvPr/>
        </p:nvSpPr>
        <p:spPr>
          <a:xfrm>
            <a:off x="2903300" y="470625"/>
            <a:ext cx="26787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Infrastructure Supercycle</a:t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95" name="Google Shape;495;p54"/>
          <p:cNvSpPr txBox="1"/>
          <p:nvPr/>
        </p:nvSpPr>
        <p:spPr>
          <a:xfrm>
            <a:off x="3733301" y="3100526"/>
            <a:ext cx="23190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Businesses need energy-efficient buildings, WSP offers digital consulting like 3D modeling and digital twins. 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96" name="Google Shape;496;p54"/>
          <p:cNvSpPr txBox="1"/>
          <p:nvPr/>
        </p:nvSpPr>
        <p:spPr>
          <a:xfrm>
            <a:off x="3679139" y="2809638"/>
            <a:ext cx="2913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Smart Infrastructure Growth</a:t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97" name="Google Shape;497;p54"/>
          <p:cNvSpPr txBox="1"/>
          <p:nvPr/>
        </p:nvSpPr>
        <p:spPr>
          <a:xfrm>
            <a:off x="7207500" y="1936200"/>
            <a:ext cx="1936500" cy="12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WSP competes with AECOM, Jacobs, Tetra Tech, and leads in many markets.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98" name="Google Shape;498;p54"/>
          <p:cNvSpPr txBox="1"/>
          <p:nvPr/>
        </p:nvSpPr>
        <p:spPr>
          <a:xfrm>
            <a:off x="6731175" y="1416825"/>
            <a:ext cx="25080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Few Global-Scale Players</a:t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5"/>
          <p:cNvSpPr/>
          <p:nvPr/>
        </p:nvSpPr>
        <p:spPr>
          <a:xfrm>
            <a:off x="-172313" y="1690325"/>
            <a:ext cx="4744200" cy="1099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5"/>
          <p:cNvSpPr/>
          <p:nvPr/>
        </p:nvSpPr>
        <p:spPr>
          <a:xfrm>
            <a:off x="4572121" y="1690325"/>
            <a:ext cx="4744200" cy="1099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55"/>
          <p:cNvSpPr/>
          <p:nvPr/>
        </p:nvSpPr>
        <p:spPr>
          <a:xfrm>
            <a:off x="-172313" y="2789753"/>
            <a:ext cx="4744200" cy="1099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5"/>
          <p:cNvSpPr/>
          <p:nvPr/>
        </p:nvSpPr>
        <p:spPr>
          <a:xfrm>
            <a:off x="4572121" y="2789753"/>
            <a:ext cx="4744200" cy="1099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7" name="Google Shape;507;p55"/>
          <p:cNvPicPr preferRelativeResize="0"/>
          <p:nvPr/>
        </p:nvPicPr>
        <p:blipFill rotWithShape="1">
          <a:blip r:embed="rId3">
            <a:alphaModFix/>
          </a:blip>
          <a:srcRect b="0" l="2125" r="2125" t="0"/>
          <a:stretch/>
        </p:blipFill>
        <p:spPr>
          <a:xfrm>
            <a:off x="1792473" y="1156025"/>
            <a:ext cx="5559002" cy="3267599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55"/>
          <p:cNvSpPr/>
          <p:nvPr/>
        </p:nvSpPr>
        <p:spPr>
          <a:xfrm>
            <a:off x="1792500" y="1156025"/>
            <a:ext cx="2779500" cy="1633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5"/>
          <p:cNvSpPr/>
          <p:nvPr/>
        </p:nvSpPr>
        <p:spPr>
          <a:xfrm>
            <a:off x="4571971" y="1156025"/>
            <a:ext cx="2779500" cy="1633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5"/>
          <p:cNvSpPr/>
          <p:nvPr/>
        </p:nvSpPr>
        <p:spPr>
          <a:xfrm>
            <a:off x="1792500" y="2789750"/>
            <a:ext cx="2779500" cy="1633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5"/>
          <p:cNvSpPr/>
          <p:nvPr/>
        </p:nvSpPr>
        <p:spPr>
          <a:xfrm>
            <a:off x="4571971" y="2789750"/>
            <a:ext cx="2779500" cy="1633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5"/>
          <p:cNvSpPr txBox="1"/>
          <p:nvPr>
            <p:ph idx="2" type="ctrTitle"/>
          </p:nvPr>
        </p:nvSpPr>
        <p:spPr>
          <a:xfrm>
            <a:off x="1967544" y="1969943"/>
            <a:ext cx="2429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Top-Tier Global Peer Group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3" name="Google Shape;513;p55"/>
          <p:cNvSpPr txBox="1"/>
          <p:nvPr>
            <p:ph idx="3" type="ctrTitle"/>
          </p:nvPr>
        </p:nvSpPr>
        <p:spPr>
          <a:xfrm>
            <a:off x="4747044" y="1951168"/>
            <a:ext cx="2429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Balanced Geographic Exposure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4" name="Google Shape;514;p55"/>
          <p:cNvSpPr txBox="1"/>
          <p:nvPr>
            <p:ph type="ctrTitle"/>
          </p:nvPr>
        </p:nvSpPr>
        <p:spPr>
          <a:xfrm>
            <a:off x="410525" y="322025"/>
            <a:ext cx="8322900" cy="8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WSP's Position in the Global Engineering Services Market</a:t>
            </a:r>
            <a:endParaRPr sz="2500"/>
          </a:p>
        </p:txBody>
      </p:sp>
      <p:grpSp>
        <p:nvGrpSpPr>
          <p:cNvPr id="515" name="Google Shape;515;p55"/>
          <p:cNvGrpSpPr/>
          <p:nvPr/>
        </p:nvGrpSpPr>
        <p:grpSpPr>
          <a:xfrm>
            <a:off x="3059713" y="1482825"/>
            <a:ext cx="245075" cy="245100"/>
            <a:chOff x="4319700" y="984300"/>
            <a:chExt cx="245075" cy="245100"/>
          </a:xfrm>
        </p:grpSpPr>
        <p:sp>
          <p:nvSpPr>
            <p:cNvPr id="516" name="Google Shape;516;p55"/>
            <p:cNvSpPr/>
            <p:nvPr/>
          </p:nvSpPr>
          <p:spPr>
            <a:xfrm>
              <a:off x="4319700" y="1076400"/>
              <a:ext cx="245075" cy="153000"/>
            </a:xfrm>
            <a:custGeom>
              <a:rect b="b" l="l" r="r" t="t"/>
              <a:pathLst>
                <a:path extrusionOk="0" h="6120" w="9803">
                  <a:moveTo>
                    <a:pt x="2609" y="2744"/>
                  </a:moveTo>
                  <a:lnTo>
                    <a:pt x="2609" y="5832"/>
                  </a:lnTo>
                  <a:lnTo>
                    <a:pt x="1362" y="5832"/>
                  </a:lnTo>
                  <a:lnTo>
                    <a:pt x="1362" y="2744"/>
                  </a:lnTo>
                  <a:close/>
                  <a:moveTo>
                    <a:pt x="5525" y="1976"/>
                  </a:moveTo>
                  <a:lnTo>
                    <a:pt x="5525" y="5832"/>
                  </a:lnTo>
                  <a:lnTo>
                    <a:pt x="4278" y="5832"/>
                  </a:lnTo>
                  <a:lnTo>
                    <a:pt x="4278" y="1976"/>
                  </a:lnTo>
                  <a:close/>
                  <a:moveTo>
                    <a:pt x="8440" y="287"/>
                  </a:moveTo>
                  <a:lnTo>
                    <a:pt x="8440" y="5832"/>
                  </a:lnTo>
                  <a:lnTo>
                    <a:pt x="7194" y="5832"/>
                  </a:lnTo>
                  <a:lnTo>
                    <a:pt x="7194" y="287"/>
                  </a:lnTo>
                  <a:close/>
                  <a:moveTo>
                    <a:pt x="7051" y="0"/>
                  </a:moveTo>
                  <a:cubicBezTo>
                    <a:pt x="6972" y="0"/>
                    <a:pt x="6907" y="65"/>
                    <a:pt x="6907" y="144"/>
                  </a:cubicBezTo>
                  <a:lnTo>
                    <a:pt x="6907" y="5832"/>
                  </a:lnTo>
                  <a:lnTo>
                    <a:pt x="5814" y="5832"/>
                  </a:lnTo>
                  <a:lnTo>
                    <a:pt x="5814" y="1832"/>
                  </a:lnTo>
                  <a:cubicBezTo>
                    <a:pt x="5814" y="1753"/>
                    <a:pt x="5750" y="1688"/>
                    <a:pt x="5670" y="1688"/>
                  </a:cubicBezTo>
                  <a:lnTo>
                    <a:pt x="4135" y="1688"/>
                  </a:lnTo>
                  <a:cubicBezTo>
                    <a:pt x="4056" y="1688"/>
                    <a:pt x="3991" y="1753"/>
                    <a:pt x="3991" y="1832"/>
                  </a:cubicBezTo>
                  <a:lnTo>
                    <a:pt x="3991" y="5832"/>
                  </a:lnTo>
                  <a:lnTo>
                    <a:pt x="2897" y="5832"/>
                  </a:lnTo>
                  <a:lnTo>
                    <a:pt x="2897" y="2599"/>
                  </a:lnTo>
                  <a:cubicBezTo>
                    <a:pt x="2897" y="2520"/>
                    <a:pt x="2832" y="2455"/>
                    <a:pt x="2753" y="2455"/>
                  </a:cubicBezTo>
                  <a:lnTo>
                    <a:pt x="1218" y="2455"/>
                  </a:lnTo>
                  <a:cubicBezTo>
                    <a:pt x="1139" y="2455"/>
                    <a:pt x="1074" y="2520"/>
                    <a:pt x="1074" y="2599"/>
                  </a:cubicBezTo>
                  <a:lnTo>
                    <a:pt x="1074" y="5832"/>
                  </a:lnTo>
                  <a:lnTo>
                    <a:pt x="144" y="5832"/>
                  </a:lnTo>
                  <a:cubicBezTo>
                    <a:pt x="65" y="5832"/>
                    <a:pt x="0" y="5896"/>
                    <a:pt x="0" y="5976"/>
                  </a:cubicBezTo>
                  <a:cubicBezTo>
                    <a:pt x="0" y="6055"/>
                    <a:pt x="65" y="6120"/>
                    <a:pt x="144" y="6120"/>
                  </a:cubicBezTo>
                  <a:lnTo>
                    <a:pt x="9659" y="6120"/>
                  </a:lnTo>
                  <a:cubicBezTo>
                    <a:pt x="9739" y="6120"/>
                    <a:pt x="9803" y="6055"/>
                    <a:pt x="9803" y="5976"/>
                  </a:cubicBezTo>
                  <a:cubicBezTo>
                    <a:pt x="9803" y="5896"/>
                    <a:pt x="9739" y="5832"/>
                    <a:pt x="9659" y="5832"/>
                  </a:cubicBezTo>
                  <a:lnTo>
                    <a:pt x="8729" y="5832"/>
                  </a:lnTo>
                  <a:lnTo>
                    <a:pt x="8729" y="144"/>
                  </a:lnTo>
                  <a:cubicBezTo>
                    <a:pt x="8729" y="65"/>
                    <a:pt x="8664" y="0"/>
                    <a:pt x="8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55"/>
            <p:cNvSpPr/>
            <p:nvPr/>
          </p:nvSpPr>
          <p:spPr>
            <a:xfrm>
              <a:off x="4323400" y="984300"/>
              <a:ext cx="233775" cy="141525"/>
            </a:xfrm>
            <a:custGeom>
              <a:rect b="b" l="l" r="r" t="t"/>
              <a:pathLst>
                <a:path extrusionOk="0" h="5661" w="9351">
                  <a:moveTo>
                    <a:pt x="8898" y="0"/>
                  </a:moveTo>
                  <a:cubicBezTo>
                    <a:pt x="8879" y="0"/>
                    <a:pt x="8860" y="1"/>
                    <a:pt x="8842" y="4"/>
                  </a:cubicBezTo>
                  <a:lnTo>
                    <a:pt x="7614" y="157"/>
                  </a:lnTo>
                  <a:cubicBezTo>
                    <a:pt x="7366" y="188"/>
                    <a:pt x="7191" y="413"/>
                    <a:pt x="7222" y="661"/>
                  </a:cubicBezTo>
                  <a:cubicBezTo>
                    <a:pt x="7251" y="888"/>
                    <a:pt x="7445" y="1056"/>
                    <a:pt x="7669" y="1056"/>
                  </a:cubicBezTo>
                  <a:cubicBezTo>
                    <a:pt x="7688" y="1056"/>
                    <a:pt x="7707" y="1055"/>
                    <a:pt x="7726" y="1052"/>
                  </a:cubicBezTo>
                  <a:lnTo>
                    <a:pt x="7827" y="1040"/>
                  </a:lnTo>
                  <a:lnTo>
                    <a:pt x="7827" y="1040"/>
                  </a:lnTo>
                  <a:cubicBezTo>
                    <a:pt x="6319" y="2788"/>
                    <a:pt x="4529" y="3689"/>
                    <a:pt x="3262" y="4143"/>
                  </a:cubicBezTo>
                  <a:cubicBezTo>
                    <a:pt x="1684" y="4710"/>
                    <a:pt x="455" y="4758"/>
                    <a:pt x="443" y="4758"/>
                  </a:cubicBezTo>
                  <a:cubicBezTo>
                    <a:pt x="197" y="4765"/>
                    <a:pt x="0" y="4970"/>
                    <a:pt x="4" y="5216"/>
                  </a:cubicBezTo>
                  <a:cubicBezTo>
                    <a:pt x="8" y="5462"/>
                    <a:pt x="210" y="5660"/>
                    <a:pt x="457" y="5660"/>
                  </a:cubicBezTo>
                  <a:lnTo>
                    <a:pt x="470" y="5660"/>
                  </a:lnTo>
                  <a:cubicBezTo>
                    <a:pt x="525" y="5658"/>
                    <a:pt x="1828" y="5612"/>
                    <a:pt x="3543" y="5001"/>
                  </a:cubicBezTo>
                  <a:cubicBezTo>
                    <a:pt x="4496" y="4663"/>
                    <a:pt x="5402" y="4208"/>
                    <a:pt x="6241" y="3645"/>
                  </a:cubicBezTo>
                  <a:cubicBezTo>
                    <a:pt x="6306" y="3599"/>
                    <a:pt x="6322" y="3512"/>
                    <a:pt x="6277" y="3447"/>
                  </a:cubicBezTo>
                  <a:cubicBezTo>
                    <a:pt x="6250" y="3405"/>
                    <a:pt x="6205" y="3383"/>
                    <a:pt x="6158" y="3383"/>
                  </a:cubicBezTo>
                  <a:cubicBezTo>
                    <a:pt x="6132" y="3383"/>
                    <a:pt x="6105" y="3390"/>
                    <a:pt x="6081" y="3405"/>
                  </a:cubicBezTo>
                  <a:cubicBezTo>
                    <a:pt x="5261" y="3956"/>
                    <a:pt x="4377" y="4400"/>
                    <a:pt x="3446" y="4730"/>
                  </a:cubicBezTo>
                  <a:cubicBezTo>
                    <a:pt x="1773" y="5326"/>
                    <a:pt x="514" y="5371"/>
                    <a:pt x="462" y="5372"/>
                  </a:cubicBezTo>
                  <a:lnTo>
                    <a:pt x="457" y="5372"/>
                  </a:lnTo>
                  <a:cubicBezTo>
                    <a:pt x="456" y="5372"/>
                    <a:pt x="455" y="5372"/>
                    <a:pt x="454" y="5372"/>
                  </a:cubicBezTo>
                  <a:cubicBezTo>
                    <a:pt x="365" y="5372"/>
                    <a:pt x="292" y="5300"/>
                    <a:pt x="291" y="5212"/>
                  </a:cubicBezTo>
                  <a:cubicBezTo>
                    <a:pt x="290" y="5122"/>
                    <a:pt x="362" y="5048"/>
                    <a:pt x="453" y="5046"/>
                  </a:cubicBezTo>
                  <a:cubicBezTo>
                    <a:pt x="465" y="5046"/>
                    <a:pt x="1729" y="4999"/>
                    <a:pt x="3359" y="4415"/>
                  </a:cubicBezTo>
                  <a:cubicBezTo>
                    <a:pt x="4725" y="3925"/>
                    <a:pt x="6689" y="2925"/>
                    <a:pt x="8282" y="942"/>
                  </a:cubicBezTo>
                  <a:cubicBezTo>
                    <a:pt x="8357" y="847"/>
                    <a:pt x="8286" y="708"/>
                    <a:pt x="8171" y="708"/>
                  </a:cubicBezTo>
                  <a:cubicBezTo>
                    <a:pt x="8165" y="708"/>
                    <a:pt x="8159" y="708"/>
                    <a:pt x="8152" y="709"/>
                  </a:cubicBezTo>
                  <a:lnTo>
                    <a:pt x="7691" y="767"/>
                  </a:lnTo>
                  <a:cubicBezTo>
                    <a:pt x="7684" y="768"/>
                    <a:pt x="7677" y="768"/>
                    <a:pt x="7671" y="768"/>
                  </a:cubicBezTo>
                  <a:cubicBezTo>
                    <a:pt x="7589" y="768"/>
                    <a:pt x="7519" y="708"/>
                    <a:pt x="7509" y="624"/>
                  </a:cubicBezTo>
                  <a:cubicBezTo>
                    <a:pt x="7497" y="535"/>
                    <a:pt x="7560" y="455"/>
                    <a:pt x="7650" y="443"/>
                  </a:cubicBezTo>
                  <a:lnTo>
                    <a:pt x="8878" y="289"/>
                  </a:lnTo>
                  <a:cubicBezTo>
                    <a:pt x="8884" y="288"/>
                    <a:pt x="8890" y="288"/>
                    <a:pt x="8896" y="288"/>
                  </a:cubicBezTo>
                  <a:cubicBezTo>
                    <a:pt x="8986" y="288"/>
                    <a:pt x="9061" y="360"/>
                    <a:pt x="9061" y="451"/>
                  </a:cubicBezTo>
                  <a:lnTo>
                    <a:pt x="9061" y="1680"/>
                  </a:lnTo>
                  <a:cubicBezTo>
                    <a:pt x="9061" y="1770"/>
                    <a:pt x="8988" y="1843"/>
                    <a:pt x="8898" y="1843"/>
                  </a:cubicBezTo>
                  <a:cubicBezTo>
                    <a:pt x="8808" y="1843"/>
                    <a:pt x="8735" y="1770"/>
                    <a:pt x="8735" y="1680"/>
                  </a:cubicBezTo>
                  <a:lnTo>
                    <a:pt x="8735" y="1307"/>
                  </a:lnTo>
                  <a:cubicBezTo>
                    <a:pt x="8735" y="1219"/>
                    <a:pt x="8664" y="1163"/>
                    <a:pt x="8590" y="1163"/>
                  </a:cubicBezTo>
                  <a:cubicBezTo>
                    <a:pt x="8550" y="1163"/>
                    <a:pt x="8510" y="1180"/>
                    <a:pt x="8480" y="1217"/>
                  </a:cubicBezTo>
                  <a:cubicBezTo>
                    <a:pt x="7944" y="1874"/>
                    <a:pt x="7333" y="2469"/>
                    <a:pt x="6661" y="2987"/>
                  </a:cubicBezTo>
                  <a:cubicBezTo>
                    <a:pt x="6598" y="3035"/>
                    <a:pt x="6587" y="3125"/>
                    <a:pt x="6635" y="3189"/>
                  </a:cubicBezTo>
                  <a:cubicBezTo>
                    <a:pt x="6664" y="3225"/>
                    <a:pt x="6706" y="3244"/>
                    <a:pt x="6749" y="3244"/>
                  </a:cubicBezTo>
                  <a:cubicBezTo>
                    <a:pt x="6780" y="3244"/>
                    <a:pt x="6811" y="3235"/>
                    <a:pt x="6837" y="3214"/>
                  </a:cubicBezTo>
                  <a:cubicBezTo>
                    <a:pt x="7421" y="2763"/>
                    <a:pt x="7961" y="2256"/>
                    <a:pt x="8447" y="1700"/>
                  </a:cubicBezTo>
                  <a:cubicBezTo>
                    <a:pt x="8457" y="1943"/>
                    <a:pt x="8657" y="2133"/>
                    <a:pt x="8898" y="2133"/>
                  </a:cubicBezTo>
                  <a:cubicBezTo>
                    <a:pt x="8901" y="2133"/>
                    <a:pt x="8904" y="2133"/>
                    <a:pt x="8908" y="2133"/>
                  </a:cubicBezTo>
                  <a:cubicBezTo>
                    <a:pt x="9154" y="2128"/>
                    <a:pt x="9351" y="1926"/>
                    <a:pt x="9349" y="1680"/>
                  </a:cubicBezTo>
                  <a:lnTo>
                    <a:pt x="9349" y="452"/>
                  </a:lnTo>
                  <a:cubicBezTo>
                    <a:pt x="9349" y="323"/>
                    <a:pt x="9294" y="199"/>
                    <a:pt x="9197" y="113"/>
                  </a:cubicBezTo>
                  <a:cubicBezTo>
                    <a:pt x="9113" y="40"/>
                    <a:pt x="9007" y="0"/>
                    <a:pt x="8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8" name="Google Shape;518;p55"/>
          <p:cNvGrpSpPr/>
          <p:nvPr/>
        </p:nvGrpSpPr>
        <p:grpSpPr>
          <a:xfrm>
            <a:off x="5815813" y="1468050"/>
            <a:ext cx="291825" cy="259875"/>
            <a:chOff x="6101925" y="1368525"/>
            <a:chExt cx="291825" cy="259875"/>
          </a:xfrm>
        </p:grpSpPr>
        <p:sp>
          <p:nvSpPr>
            <p:cNvPr id="519" name="Google Shape;519;p55"/>
            <p:cNvSpPr/>
            <p:nvPr/>
          </p:nvSpPr>
          <p:spPr>
            <a:xfrm>
              <a:off x="6120225" y="1593475"/>
              <a:ext cx="8575" cy="34900"/>
            </a:xfrm>
            <a:custGeom>
              <a:rect b="b" l="l" r="r" t="t"/>
              <a:pathLst>
                <a:path extrusionOk="0" h="1396" w="343">
                  <a:moveTo>
                    <a:pt x="171" y="1"/>
                  </a:moveTo>
                  <a:cubicBezTo>
                    <a:pt x="77" y="1"/>
                    <a:pt x="0" y="77"/>
                    <a:pt x="0" y="172"/>
                  </a:cubicBezTo>
                  <a:lnTo>
                    <a:pt x="0" y="1224"/>
                  </a:lnTo>
                  <a:cubicBezTo>
                    <a:pt x="0" y="1318"/>
                    <a:pt x="77" y="1395"/>
                    <a:pt x="171" y="1395"/>
                  </a:cubicBezTo>
                  <a:cubicBezTo>
                    <a:pt x="266" y="1395"/>
                    <a:pt x="342" y="1318"/>
                    <a:pt x="342" y="1224"/>
                  </a:cubicBezTo>
                  <a:lnTo>
                    <a:pt x="342" y="172"/>
                  </a:lnTo>
                  <a:cubicBezTo>
                    <a:pt x="342" y="77"/>
                    <a:pt x="266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55"/>
            <p:cNvSpPr/>
            <p:nvPr/>
          </p:nvSpPr>
          <p:spPr>
            <a:xfrm>
              <a:off x="6101925" y="1478175"/>
              <a:ext cx="157500" cy="150225"/>
            </a:xfrm>
            <a:custGeom>
              <a:rect b="b" l="l" r="r" t="t"/>
              <a:pathLst>
                <a:path extrusionOk="0" h="6009" w="6300">
                  <a:moveTo>
                    <a:pt x="5832" y="946"/>
                  </a:moveTo>
                  <a:lnTo>
                    <a:pt x="5895" y="1201"/>
                  </a:lnTo>
                  <a:cubicBezTo>
                    <a:pt x="5911" y="1267"/>
                    <a:pt x="5891" y="1337"/>
                    <a:pt x="5844" y="1385"/>
                  </a:cubicBezTo>
                  <a:lnTo>
                    <a:pt x="5844" y="1386"/>
                  </a:lnTo>
                  <a:lnTo>
                    <a:pt x="5745" y="1484"/>
                  </a:lnTo>
                  <a:lnTo>
                    <a:pt x="5510" y="1249"/>
                  </a:lnTo>
                  <a:lnTo>
                    <a:pt x="5832" y="946"/>
                  </a:lnTo>
                  <a:close/>
                  <a:moveTo>
                    <a:pt x="1817" y="343"/>
                  </a:moveTo>
                  <a:cubicBezTo>
                    <a:pt x="2094" y="343"/>
                    <a:pt x="2371" y="450"/>
                    <a:pt x="2579" y="666"/>
                  </a:cubicBezTo>
                  <a:cubicBezTo>
                    <a:pt x="2781" y="873"/>
                    <a:pt x="2904" y="1156"/>
                    <a:pt x="2925" y="1463"/>
                  </a:cubicBezTo>
                  <a:cubicBezTo>
                    <a:pt x="2933" y="1572"/>
                    <a:pt x="2949" y="1712"/>
                    <a:pt x="2972" y="1869"/>
                  </a:cubicBezTo>
                  <a:cubicBezTo>
                    <a:pt x="2788" y="1555"/>
                    <a:pt x="2489" y="1327"/>
                    <a:pt x="2096" y="1200"/>
                  </a:cubicBezTo>
                  <a:cubicBezTo>
                    <a:pt x="1886" y="1133"/>
                    <a:pt x="1667" y="1098"/>
                    <a:pt x="1447" y="1098"/>
                  </a:cubicBezTo>
                  <a:cubicBezTo>
                    <a:pt x="1401" y="1099"/>
                    <a:pt x="1360" y="1118"/>
                    <a:pt x="1329" y="1149"/>
                  </a:cubicBezTo>
                  <a:lnTo>
                    <a:pt x="1020" y="1469"/>
                  </a:lnTo>
                  <a:cubicBezTo>
                    <a:pt x="956" y="1538"/>
                    <a:pt x="959" y="1644"/>
                    <a:pt x="1026" y="1709"/>
                  </a:cubicBezTo>
                  <a:cubicBezTo>
                    <a:pt x="1059" y="1741"/>
                    <a:pt x="1102" y="1758"/>
                    <a:pt x="1145" y="1758"/>
                  </a:cubicBezTo>
                  <a:cubicBezTo>
                    <a:pt x="1189" y="1758"/>
                    <a:pt x="1233" y="1740"/>
                    <a:pt x="1267" y="1706"/>
                  </a:cubicBezTo>
                  <a:lnTo>
                    <a:pt x="1523" y="1441"/>
                  </a:lnTo>
                  <a:cubicBezTo>
                    <a:pt x="1745" y="1452"/>
                    <a:pt x="2455" y="1534"/>
                    <a:pt x="2731" y="2142"/>
                  </a:cubicBezTo>
                  <a:cubicBezTo>
                    <a:pt x="2662" y="2592"/>
                    <a:pt x="2274" y="2924"/>
                    <a:pt x="1820" y="2924"/>
                  </a:cubicBezTo>
                  <a:cubicBezTo>
                    <a:pt x="1819" y="2924"/>
                    <a:pt x="1818" y="2924"/>
                    <a:pt x="1817" y="2924"/>
                  </a:cubicBezTo>
                  <a:cubicBezTo>
                    <a:pt x="1306" y="2924"/>
                    <a:pt x="891" y="2510"/>
                    <a:pt x="891" y="2000"/>
                  </a:cubicBezTo>
                  <a:cubicBezTo>
                    <a:pt x="891" y="1901"/>
                    <a:pt x="812" y="1828"/>
                    <a:pt x="721" y="1828"/>
                  </a:cubicBezTo>
                  <a:cubicBezTo>
                    <a:pt x="702" y="1828"/>
                    <a:pt x="684" y="1831"/>
                    <a:pt x="665" y="1837"/>
                  </a:cubicBezTo>
                  <a:cubicBezTo>
                    <a:pt x="687" y="1693"/>
                    <a:pt x="701" y="1564"/>
                    <a:pt x="708" y="1463"/>
                  </a:cubicBezTo>
                  <a:cubicBezTo>
                    <a:pt x="730" y="1156"/>
                    <a:pt x="852" y="873"/>
                    <a:pt x="1054" y="666"/>
                  </a:cubicBezTo>
                  <a:cubicBezTo>
                    <a:pt x="1263" y="450"/>
                    <a:pt x="1540" y="343"/>
                    <a:pt x="1817" y="343"/>
                  </a:cubicBezTo>
                  <a:close/>
                  <a:moveTo>
                    <a:pt x="586" y="2299"/>
                  </a:moveTo>
                  <a:cubicBezTo>
                    <a:pt x="660" y="2601"/>
                    <a:pt x="841" y="2865"/>
                    <a:pt x="1097" y="3043"/>
                  </a:cubicBezTo>
                  <a:lnTo>
                    <a:pt x="1097" y="3230"/>
                  </a:lnTo>
                  <a:cubicBezTo>
                    <a:pt x="773" y="3174"/>
                    <a:pt x="543" y="3089"/>
                    <a:pt x="401" y="3024"/>
                  </a:cubicBezTo>
                  <a:cubicBezTo>
                    <a:pt x="392" y="3019"/>
                    <a:pt x="396" y="3008"/>
                    <a:pt x="396" y="3005"/>
                  </a:cubicBezTo>
                  <a:cubicBezTo>
                    <a:pt x="469" y="2810"/>
                    <a:pt x="533" y="2554"/>
                    <a:pt x="586" y="2299"/>
                  </a:cubicBezTo>
                  <a:close/>
                  <a:moveTo>
                    <a:pt x="3046" y="2299"/>
                  </a:moveTo>
                  <a:cubicBezTo>
                    <a:pt x="3089" y="2517"/>
                    <a:pt x="3145" y="2731"/>
                    <a:pt x="3213" y="2942"/>
                  </a:cubicBezTo>
                  <a:lnTo>
                    <a:pt x="2901" y="3237"/>
                  </a:lnTo>
                  <a:cubicBezTo>
                    <a:pt x="2865" y="3272"/>
                    <a:pt x="2816" y="3291"/>
                    <a:pt x="2766" y="3291"/>
                  </a:cubicBezTo>
                  <a:lnTo>
                    <a:pt x="2730" y="3291"/>
                  </a:lnTo>
                  <a:cubicBezTo>
                    <a:pt x="2622" y="3291"/>
                    <a:pt x="2535" y="3203"/>
                    <a:pt x="2535" y="3097"/>
                  </a:cubicBezTo>
                  <a:lnTo>
                    <a:pt x="2535" y="3044"/>
                  </a:lnTo>
                  <a:cubicBezTo>
                    <a:pt x="2792" y="2867"/>
                    <a:pt x="2974" y="2601"/>
                    <a:pt x="3046" y="2299"/>
                  </a:cubicBezTo>
                  <a:close/>
                  <a:moveTo>
                    <a:pt x="2205" y="3206"/>
                  </a:moveTo>
                  <a:cubicBezTo>
                    <a:pt x="2225" y="3300"/>
                    <a:pt x="2270" y="3386"/>
                    <a:pt x="2336" y="3458"/>
                  </a:cubicBezTo>
                  <a:lnTo>
                    <a:pt x="2077" y="3709"/>
                  </a:lnTo>
                  <a:cubicBezTo>
                    <a:pt x="2004" y="3779"/>
                    <a:pt x="1910" y="3813"/>
                    <a:pt x="1817" y="3813"/>
                  </a:cubicBezTo>
                  <a:cubicBezTo>
                    <a:pt x="1723" y="3813"/>
                    <a:pt x="1630" y="3779"/>
                    <a:pt x="1558" y="3709"/>
                  </a:cubicBezTo>
                  <a:lnTo>
                    <a:pt x="1397" y="3557"/>
                  </a:lnTo>
                  <a:cubicBezTo>
                    <a:pt x="1426" y="3506"/>
                    <a:pt x="1439" y="3449"/>
                    <a:pt x="1439" y="3390"/>
                  </a:cubicBezTo>
                  <a:lnTo>
                    <a:pt x="1439" y="3209"/>
                  </a:lnTo>
                  <a:cubicBezTo>
                    <a:pt x="1563" y="3247"/>
                    <a:pt x="1690" y="3266"/>
                    <a:pt x="1818" y="3266"/>
                  </a:cubicBezTo>
                  <a:cubicBezTo>
                    <a:pt x="1948" y="3266"/>
                    <a:pt x="2079" y="3246"/>
                    <a:pt x="2205" y="3206"/>
                  </a:cubicBezTo>
                  <a:close/>
                  <a:moveTo>
                    <a:pt x="1817" y="1"/>
                  </a:moveTo>
                  <a:cubicBezTo>
                    <a:pt x="1049" y="1"/>
                    <a:pt x="425" y="619"/>
                    <a:pt x="368" y="1438"/>
                  </a:cubicBezTo>
                  <a:cubicBezTo>
                    <a:pt x="343" y="1774"/>
                    <a:pt x="226" y="2482"/>
                    <a:pt x="75" y="2887"/>
                  </a:cubicBezTo>
                  <a:cubicBezTo>
                    <a:pt x="8" y="3060"/>
                    <a:pt x="89" y="3257"/>
                    <a:pt x="259" y="3334"/>
                  </a:cubicBezTo>
                  <a:cubicBezTo>
                    <a:pt x="444" y="3419"/>
                    <a:pt x="639" y="3483"/>
                    <a:pt x="840" y="3528"/>
                  </a:cubicBezTo>
                  <a:lnTo>
                    <a:pt x="399" y="3748"/>
                  </a:lnTo>
                  <a:cubicBezTo>
                    <a:pt x="155" y="3869"/>
                    <a:pt x="0" y="4119"/>
                    <a:pt x="1" y="4392"/>
                  </a:cubicBezTo>
                  <a:lnTo>
                    <a:pt x="1" y="5836"/>
                  </a:lnTo>
                  <a:cubicBezTo>
                    <a:pt x="1" y="5930"/>
                    <a:pt x="78" y="6007"/>
                    <a:pt x="172" y="6007"/>
                  </a:cubicBezTo>
                  <a:cubicBezTo>
                    <a:pt x="267" y="6007"/>
                    <a:pt x="343" y="5930"/>
                    <a:pt x="343" y="5836"/>
                  </a:cubicBezTo>
                  <a:lnTo>
                    <a:pt x="343" y="4392"/>
                  </a:lnTo>
                  <a:cubicBezTo>
                    <a:pt x="343" y="4248"/>
                    <a:pt x="424" y="4119"/>
                    <a:pt x="552" y="4055"/>
                  </a:cubicBezTo>
                  <a:lnTo>
                    <a:pt x="1123" y="3769"/>
                  </a:lnTo>
                  <a:lnTo>
                    <a:pt x="1322" y="3957"/>
                  </a:lnTo>
                  <a:cubicBezTo>
                    <a:pt x="1460" y="4089"/>
                    <a:pt x="1638" y="4155"/>
                    <a:pt x="1816" y="4155"/>
                  </a:cubicBezTo>
                  <a:cubicBezTo>
                    <a:pt x="1995" y="4155"/>
                    <a:pt x="2174" y="4089"/>
                    <a:pt x="2313" y="3956"/>
                  </a:cubicBezTo>
                  <a:lnTo>
                    <a:pt x="2653" y="3627"/>
                  </a:lnTo>
                  <a:cubicBezTo>
                    <a:pt x="2679" y="3630"/>
                    <a:pt x="2704" y="3633"/>
                    <a:pt x="2730" y="3633"/>
                  </a:cubicBezTo>
                  <a:lnTo>
                    <a:pt x="2768" y="3633"/>
                  </a:lnTo>
                  <a:cubicBezTo>
                    <a:pt x="2905" y="3633"/>
                    <a:pt x="3037" y="3580"/>
                    <a:pt x="3137" y="3486"/>
                  </a:cubicBezTo>
                  <a:lnTo>
                    <a:pt x="5261" y="1483"/>
                  </a:lnTo>
                  <a:lnTo>
                    <a:pt x="5504" y="1725"/>
                  </a:lnTo>
                  <a:lnTo>
                    <a:pt x="2824" y="4405"/>
                  </a:lnTo>
                  <a:cubicBezTo>
                    <a:pt x="2653" y="4575"/>
                    <a:pt x="2559" y="4804"/>
                    <a:pt x="2559" y="5043"/>
                  </a:cubicBezTo>
                  <a:lnTo>
                    <a:pt x="2559" y="5838"/>
                  </a:lnTo>
                  <a:cubicBezTo>
                    <a:pt x="2559" y="5932"/>
                    <a:pt x="2636" y="6009"/>
                    <a:pt x="2730" y="6009"/>
                  </a:cubicBezTo>
                  <a:cubicBezTo>
                    <a:pt x="2824" y="6009"/>
                    <a:pt x="2901" y="5932"/>
                    <a:pt x="2901" y="5838"/>
                  </a:cubicBezTo>
                  <a:lnTo>
                    <a:pt x="2901" y="5043"/>
                  </a:lnTo>
                  <a:cubicBezTo>
                    <a:pt x="2901" y="4895"/>
                    <a:pt x="2960" y="4753"/>
                    <a:pt x="3065" y="4648"/>
                  </a:cubicBezTo>
                  <a:lnTo>
                    <a:pt x="6086" y="1627"/>
                  </a:lnTo>
                  <a:cubicBezTo>
                    <a:pt x="6218" y="1494"/>
                    <a:pt x="6272" y="1301"/>
                    <a:pt x="6226" y="1118"/>
                  </a:cubicBezTo>
                  <a:lnTo>
                    <a:pt x="6117" y="676"/>
                  </a:lnTo>
                  <a:lnTo>
                    <a:pt x="6229" y="570"/>
                  </a:lnTo>
                  <a:cubicBezTo>
                    <a:pt x="6297" y="505"/>
                    <a:pt x="6300" y="398"/>
                    <a:pt x="6235" y="329"/>
                  </a:cubicBezTo>
                  <a:cubicBezTo>
                    <a:pt x="6202" y="293"/>
                    <a:pt x="6156" y="275"/>
                    <a:pt x="6110" y="275"/>
                  </a:cubicBezTo>
                  <a:cubicBezTo>
                    <a:pt x="6068" y="275"/>
                    <a:pt x="6026" y="290"/>
                    <a:pt x="5993" y="321"/>
                  </a:cubicBezTo>
                  <a:lnTo>
                    <a:pt x="3491" y="2681"/>
                  </a:lnTo>
                  <a:cubicBezTo>
                    <a:pt x="3373" y="2273"/>
                    <a:pt x="3286" y="1722"/>
                    <a:pt x="3266" y="1438"/>
                  </a:cubicBezTo>
                  <a:cubicBezTo>
                    <a:pt x="3208" y="619"/>
                    <a:pt x="2585" y="1"/>
                    <a:pt x="18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55"/>
            <p:cNvSpPr/>
            <p:nvPr/>
          </p:nvSpPr>
          <p:spPr>
            <a:xfrm>
              <a:off x="6220700" y="1368525"/>
              <a:ext cx="173050" cy="145650"/>
            </a:xfrm>
            <a:custGeom>
              <a:rect b="b" l="l" r="r" t="t"/>
              <a:pathLst>
                <a:path extrusionOk="0" h="5826" w="6922">
                  <a:moveTo>
                    <a:pt x="538" y="1"/>
                  </a:moveTo>
                  <a:cubicBezTo>
                    <a:pt x="242" y="1"/>
                    <a:pt x="2" y="241"/>
                    <a:pt x="1" y="537"/>
                  </a:cubicBezTo>
                  <a:lnTo>
                    <a:pt x="1" y="4970"/>
                  </a:lnTo>
                  <a:cubicBezTo>
                    <a:pt x="1" y="5064"/>
                    <a:pt x="78" y="5139"/>
                    <a:pt x="172" y="5139"/>
                  </a:cubicBezTo>
                  <a:cubicBezTo>
                    <a:pt x="266" y="5139"/>
                    <a:pt x="343" y="5064"/>
                    <a:pt x="343" y="4970"/>
                  </a:cubicBezTo>
                  <a:lnTo>
                    <a:pt x="343" y="538"/>
                  </a:lnTo>
                  <a:cubicBezTo>
                    <a:pt x="343" y="430"/>
                    <a:pt x="430" y="343"/>
                    <a:pt x="538" y="343"/>
                  </a:cubicBezTo>
                  <a:lnTo>
                    <a:pt x="6386" y="343"/>
                  </a:lnTo>
                  <a:cubicBezTo>
                    <a:pt x="6492" y="343"/>
                    <a:pt x="6580" y="430"/>
                    <a:pt x="6580" y="538"/>
                  </a:cubicBezTo>
                  <a:lnTo>
                    <a:pt x="6580" y="5289"/>
                  </a:lnTo>
                  <a:cubicBezTo>
                    <a:pt x="6580" y="5396"/>
                    <a:pt x="6492" y="5482"/>
                    <a:pt x="6386" y="5484"/>
                  </a:cubicBezTo>
                  <a:lnTo>
                    <a:pt x="2066" y="5484"/>
                  </a:lnTo>
                  <a:cubicBezTo>
                    <a:pt x="1974" y="5486"/>
                    <a:pt x="1900" y="5562"/>
                    <a:pt x="1900" y="5655"/>
                  </a:cubicBezTo>
                  <a:cubicBezTo>
                    <a:pt x="1900" y="5746"/>
                    <a:pt x="1974" y="5822"/>
                    <a:pt x="2066" y="5826"/>
                  </a:cubicBezTo>
                  <a:lnTo>
                    <a:pt x="6386" y="5826"/>
                  </a:lnTo>
                  <a:cubicBezTo>
                    <a:pt x="6682" y="5824"/>
                    <a:pt x="6921" y="5585"/>
                    <a:pt x="6921" y="5289"/>
                  </a:cubicBezTo>
                  <a:lnTo>
                    <a:pt x="6921" y="538"/>
                  </a:lnTo>
                  <a:cubicBezTo>
                    <a:pt x="6921" y="242"/>
                    <a:pt x="6682" y="1"/>
                    <a:pt x="6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55"/>
            <p:cNvSpPr/>
            <p:nvPr/>
          </p:nvSpPr>
          <p:spPr>
            <a:xfrm>
              <a:off x="6257250" y="1386825"/>
              <a:ext cx="104925" cy="100000"/>
            </a:xfrm>
            <a:custGeom>
              <a:rect b="b" l="l" r="r" t="t"/>
              <a:pathLst>
                <a:path extrusionOk="0" h="4000" w="4197">
                  <a:moveTo>
                    <a:pt x="1997" y="706"/>
                  </a:moveTo>
                  <a:cubicBezTo>
                    <a:pt x="2320" y="706"/>
                    <a:pt x="2644" y="813"/>
                    <a:pt x="2913" y="1026"/>
                  </a:cubicBezTo>
                  <a:lnTo>
                    <a:pt x="1879" y="2059"/>
                  </a:lnTo>
                  <a:cubicBezTo>
                    <a:pt x="1811" y="2127"/>
                    <a:pt x="1811" y="2234"/>
                    <a:pt x="1879" y="2302"/>
                  </a:cubicBezTo>
                  <a:cubicBezTo>
                    <a:pt x="1912" y="2335"/>
                    <a:pt x="1955" y="2351"/>
                    <a:pt x="1999" y="2351"/>
                  </a:cubicBezTo>
                  <a:cubicBezTo>
                    <a:pt x="2043" y="2351"/>
                    <a:pt x="2087" y="2335"/>
                    <a:pt x="2121" y="2302"/>
                  </a:cubicBezTo>
                  <a:lnTo>
                    <a:pt x="2631" y="1790"/>
                  </a:lnTo>
                  <a:lnTo>
                    <a:pt x="2631" y="1790"/>
                  </a:lnTo>
                  <a:cubicBezTo>
                    <a:pt x="2809" y="2078"/>
                    <a:pt x="2769" y="2450"/>
                    <a:pt x="2534" y="2694"/>
                  </a:cubicBezTo>
                  <a:cubicBezTo>
                    <a:pt x="2391" y="2843"/>
                    <a:pt x="2196" y="2922"/>
                    <a:pt x="1998" y="2922"/>
                  </a:cubicBezTo>
                  <a:cubicBezTo>
                    <a:pt x="1874" y="2922"/>
                    <a:pt x="1750" y="2891"/>
                    <a:pt x="1636" y="2828"/>
                  </a:cubicBezTo>
                  <a:cubicBezTo>
                    <a:pt x="1342" y="2663"/>
                    <a:pt x="1195" y="2319"/>
                    <a:pt x="1280" y="1992"/>
                  </a:cubicBezTo>
                  <a:cubicBezTo>
                    <a:pt x="1366" y="1666"/>
                    <a:pt x="1659" y="1438"/>
                    <a:pt x="1997" y="1438"/>
                  </a:cubicBezTo>
                  <a:cubicBezTo>
                    <a:pt x="1998" y="1438"/>
                    <a:pt x="1999" y="1438"/>
                    <a:pt x="2000" y="1438"/>
                  </a:cubicBezTo>
                  <a:cubicBezTo>
                    <a:pt x="2094" y="1438"/>
                    <a:pt x="2171" y="1361"/>
                    <a:pt x="2171" y="1267"/>
                  </a:cubicBezTo>
                  <a:cubicBezTo>
                    <a:pt x="2171" y="1171"/>
                    <a:pt x="2094" y="1096"/>
                    <a:pt x="2000" y="1096"/>
                  </a:cubicBezTo>
                  <a:cubicBezTo>
                    <a:pt x="1999" y="1096"/>
                    <a:pt x="1998" y="1096"/>
                    <a:pt x="1997" y="1096"/>
                  </a:cubicBezTo>
                  <a:cubicBezTo>
                    <a:pt x="1496" y="1096"/>
                    <a:pt x="1061" y="1440"/>
                    <a:pt x="944" y="1926"/>
                  </a:cubicBezTo>
                  <a:cubicBezTo>
                    <a:pt x="827" y="2414"/>
                    <a:pt x="1059" y="2918"/>
                    <a:pt x="1506" y="3146"/>
                  </a:cubicBezTo>
                  <a:cubicBezTo>
                    <a:pt x="1663" y="3226"/>
                    <a:pt x="1832" y="3265"/>
                    <a:pt x="2000" y="3265"/>
                  </a:cubicBezTo>
                  <a:cubicBezTo>
                    <a:pt x="2309" y="3265"/>
                    <a:pt x="2612" y="3133"/>
                    <a:pt x="2824" y="2886"/>
                  </a:cubicBezTo>
                  <a:cubicBezTo>
                    <a:pt x="3149" y="2504"/>
                    <a:pt x="3172" y="1949"/>
                    <a:pt x="2878" y="1543"/>
                  </a:cubicBezTo>
                  <a:lnTo>
                    <a:pt x="3155" y="1267"/>
                  </a:lnTo>
                  <a:cubicBezTo>
                    <a:pt x="3361" y="1526"/>
                    <a:pt x="3474" y="1849"/>
                    <a:pt x="3473" y="2181"/>
                  </a:cubicBezTo>
                  <a:cubicBezTo>
                    <a:pt x="3474" y="2869"/>
                    <a:pt x="3000" y="3468"/>
                    <a:pt x="2328" y="3622"/>
                  </a:cubicBezTo>
                  <a:cubicBezTo>
                    <a:pt x="2218" y="3648"/>
                    <a:pt x="2107" y="3660"/>
                    <a:pt x="1998" y="3660"/>
                  </a:cubicBezTo>
                  <a:cubicBezTo>
                    <a:pt x="1442" y="3660"/>
                    <a:pt x="919" y="3345"/>
                    <a:pt x="669" y="2827"/>
                  </a:cubicBezTo>
                  <a:cubicBezTo>
                    <a:pt x="368" y="2208"/>
                    <a:pt x="535" y="1463"/>
                    <a:pt x="1072" y="1032"/>
                  </a:cubicBezTo>
                  <a:cubicBezTo>
                    <a:pt x="1342" y="815"/>
                    <a:pt x="1670" y="706"/>
                    <a:pt x="1997" y="706"/>
                  </a:cubicBezTo>
                  <a:close/>
                  <a:moveTo>
                    <a:pt x="4010" y="0"/>
                  </a:moveTo>
                  <a:cubicBezTo>
                    <a:pt x="3966" y="0"/>
                    <a:pt x="3922" y="17"/>
                    <a:pt x="3888" y="50"/>
                  </a:cubicBezTo>
                  <a:lnTo>
                    <a:pt x="3633" y="307"/>
                  </a:lnTo>
                  <a:lnTo>
                    <a:pt x="3633" y="172"/>
                  </a:lnTo>
                  <a:cubicBezTo>
                    <a:pt x="3633" y="78"/>
                    <a:pt x="3556" y="1"/>
                    <a:pt x="3462" y="1"/>
                  </a:cubicBezTo>
                  <a:cubicBezTo>
                    <a:pt x="3366" y="1"/>
                    <a:pt x="3291" y="78"/>
                    <a:pt x="3291" y="172"/>
                  </a:cubicBezTo>
                  <a:lnTo>
                    <a:pt x="3291" y="649"/>
                  </a:lnTo>
                  <a:lnTo>
                    <a:pt x="3156" y="783"/>
                  </a:lnTo>
                  <a:cubicBezTo>
                    <a:pt x="2818" y="503"/>
                    <a:pt x="2407" y="366"/>
                    <a:pt x="1998" y="366"/>
                  </a:cubicBezTo>
                  <a:cubicBezTo>
                    <a:pt x="1503" y="366"/>
                    <a:pt x="1011" y="567"/>
                    <a:pt x="654" y="960"/>
                  </a:cubicBezTo>
                  <a:cubicBezTo>
                    <a:pt x="1" y="1677"/>
                    <a:pt x="28" y="2781"/>
                    <a:pt x="713" y="3468"/>
                  </a:cubicBezTo>
                  <a:cubicBezTo>
                    <a:pt x="1067" y="3821"/>
                    <a:pt x="1533" y="3999"/>
                    <a:pt x="1999" y="3999"/>
                  </a:cubicBezTo>
                  <a:cubicBezTo>
                    <a:pt x="2436" y="3999"/>
                    <a:pt x="2874" y="3843"/>
                    <a:pt x="3221" y="3527"/>
                  </a:cubicBezTo>
                  <a:cubicBezTo>
                    <a:pt x="3938" y="2874"/>
                    <a:pt x="4016" y="1773"/>
                    <a:pt x="3397" y="1024"/>
                  </a:cubicBezTo>
                  <a:lnTo>
                    <a:pt x="3532" y="890"/>
                  </a:lnTo>
                  <a:lnTo>
                    <a:pt x="4010" y="890"/>
                  </a:lnTo>
                  <a:cubicBezTo>
                    <a:pt x="4104" y="890"/>
                    <a:pt x="4181" y="814"/>
                    <a:pt x="4181" y="719"/>
                  </a:cubicBezTo>
                  <a:cubicBezTo>
                    <a:pt x="4181" y="625"/>
                    <a:pt x="4104" y="548"/>
                    <a:pt x="4010" y="548"/>
                  </a:cubicBezTo>
                  <a:lnTo>
                    <a:pt x="3874" y="548"/>
                  </a:lnTo>
                  <a:lnTo>
                    <a:pt x="4131" y="292"/>
                  </a:lnTo>
                  <a:cubicBezTo>
                    <a:pt x="4197" y="225"/>
                    <a:pt x="4197" y="117"/>
                    <a:pt x="4131" y="50"/>
                  </a:cubicBezTo>
                  <a:cubicBezTo>
                    <a:pt x="4097" y="17"/>
                    <a:pt x="4053" y="0"/>
                    <a:pt x="40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3" name="Google Shape;523;p55"/>
          <p:cNvGrpSpPr/>
          <p:nvPr/>
        </p:nvGrpSpPr>
        <p:grpSpPr>
          <a:xfrm>
            <a:off x="3067225" y="3106950"/>
            <a:ext cx="230050" cy="267375"/>
            <a:chOff x="3360050" y="239525"/>
            <a:chExt cx="230050" cy="267375"/>
          </a:xfrm>
        </p:grpSpPr>
        <p:sp>
          <p:nvSpPr>
            <p:cNvPr id="524" name="Google Shape;524;p55"/>
            <p:cNvSpPr/>
            <p:nvPr/>
          </p:nvSpPr>
          <p:spPr>
            <a:xfrm>
              <a:off x="3444000" y="354550"/>
              <a:ext cx="66825" cy="22650"/>
            </a:xfrm>
            <a:custGeom>
              <a:rect b="b" l="l" r="r" t="t"/>
              <a:pathLst>
                <a:path extrusionOk="0" h="906" w="2673">
                  <a:moveTo>
                    <a:pt x="1080" y="1"/>
                  </a:moveTo>
                  <a:cubicBezTo>
                    <a:pt x="759" y="1"/>
                    <a:pt x="467" y="34"/>
                    <a:pt x="279" y="63"/>
                  </a:cubicBezTo>
                  <a:cubicBezTo>
                    <a:pt x="120" y="87"/>
                    <a:pt x="3" y="223"/>
                    <a:pt x="4" y="383"/>
                  </a:cubicBezTo>
                  <a:lnTo>
                    <a:pt x="4" y="744"/>
                  </a:lnTo>
                  <a:cubicBezTo>
                    <a:pt x="0" y="831"/>
                    <a:pt x="72" y="905"/>
                    <a:pt x="160" y="905"/>
                  </a:cubicBezTo>
                  <a:cubicBezTo>
                    <a:pt x="249" y="905"/>
                    <a:pt x="319" y="831"/>
                    <a:pt x="317" y="744"/>
                  </a:cubicBezTo>
                  <a:lnTo>
                    <a:pt x="317" y="383"/>
                  </a:lnTo>
                  <a:cubicBezTo>
                    <a:pt x="317" y="378"/>
                    <a:pt x="321" y="374"/>
                    <a:pt x="325" y="372"/>
                  </a:cubicBezTo>
                  <a:cubicBezTo>
                    <a:pt x="484" y="349"/>
                    <a:pt x="769" y="314"/>
                    <a:pt x="1086" y="314"/>
                  </a:cubicBezTo>
                  <a:cubicBezTo>
                    <a:pt x="1170" y="314"/>
                    <a:pt x="1256" y="317"/>
                    <a:pt x="1342" y="322"/>
                  </a:cubicBezTo>
                  <a:cubicBezTo>
                    <a:pt x="1830" y="355"/>
                    <a:pt x="2184" y="477"/>
                    <a:pt x="2392" y="686"/>
                  </a:cubicBezTo>
                  <a:cubicBezTo>
                    <a:pt x="2423" y="714"/>
                    <a:pt x="2462" y="728"/>
                    <a:pt x="2500" y="728"/>
                  </a:cubicBezTo>
                  <a:cubicBezTo>
                    <a:pt x="2540" y="728"/>
                    <a:pt x="2580" y="713"/>
                    <a:pt x="2610" y="683"/>
                  </a:cubicBezTo>
                  <a:cubicBezTo>
                    <a:pt x="2671" y="623"/>
                    <a:pt x="2672" y="527"/>
                    <a:pt x="2614" y="465"/>
                  </a:cubicBezTo>
                  <a:cubicBezTo>
                    <a:pt x="2243" y="95"/>
                    <a:pt x="1619" y="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55"/>
            <p:cNvSpPr/>
            <p:nvPr/>
          </p:nvSpPr>
          <p:spPr>
            <a:xfrm>
              <a:off x="3402150" y="319025"/>
              <a:ext cx="150200" cy="187875"/>
            </a:xfrm>
            <a:custGeom>
              <a:rect b="b" l="l" r="r" t="t"/>
              <a:pathLst>
                <a:path extrusionOk="0" h="7515" w="6008">
                  <a:moveTo>
                    <a:pt x="4691" y="312"/>
                  </a:moveTo>
                  <a:lnTo>
                    <a:pt x="4691" y="1830"/>
                  </a:lnTo>
                  <a:cubicBezTo>
                    <a:pt x="4691" y="2058"/>
                    <a:pt x="4638" y="2283"/>
                    <a:pt x="4539" y="2488"/>
                  </a:cubicBezTo>
                  <a:cubicBezTo>
                    <a:pt x="4529" y="2509"/>
                    <a:pt x="4524" y="2532"/>
                    <a:pt x="4524" y="2555"/>
                  </a:cubicBezTo>
                  <a:lnTo>
                    <a:pt x="4524" y="3001"/>
                  </a:lnTo>
                  <a:cubicBezTo>
                    <a:pt x="4524" y="3843"/>
                    <a:pt x="3839" y="4519"/>
                    <a:pt x="3010" y="4519"/>
                  </a:cubicBezTo>
                  <a:cubicBezTo>
                    <a:pt x="2975" y="4519"/>
                    <a:pt x="2941" y="4517"/>
                    <a:pt x="2906" y="4515"/>
                  </a:cubicBezTo>
                  <a:cubicBezTo>
                    <a:pt x="2110" y="4464"/>
                    <a:pt x="1488" y="3773"/>
                    <a:pt x="1488" y="2944"/>
                  </a:cubicBezTo>
                  <a:lnTo>
                    <a:pt x="1488" y="2555"/>
                  </a:lnTo>
                  <a:cubicBezTo>
                    <a:pt x="1488" y="2532"/>
                    <a:pt x="1483" y="2509"/>
                    <a:pt x="1474" y="2488"/>
                  </a:cubicBezTo>
                  <a:cubicBezTo>
                    <a:pt x="1374" y="2283"/>
                    <a:pt x="1322" y="2058"/>
                    <a:pt x="1322" y="1831"/>
                  </a:cubicBezTo>
                  <a:lnTo>
                    <a:pt x="1322" y="1496"/>
                  </a:lnTo>
                  <a:cubicBezTo>
                    <a:pt x="1323" y="843"/>
                    <a:pt x="1852" y="314"/>
                    <a:pt x="2505" y="312"/>
                  </a:cubicBezTo>
                  <a:close/>
                  <a:moveTo>
                    <a:pt x="2159" y="4619"/>
                  </a:moveTo>
                  <a:cubicBezTo>
                    <a:pt x="2382" y="4740"/>
                    <a:pt x="2630" y="4811"/>
                    <a:pt x="2884" y="4827"/>
                  </a:cubicBezTo>
                  <a:cubicBezTo>
                    <a:pt x="2926" y="4830"/>
                    <a:pt x="2967" y="4831"/>
                    <a:pt x="3008" y="4831"/>
                  </a:cubicBezTo>
                  <a:cubicBezTo>
                    <a:pt x="3011" y="4831"/>
                    <a:pt x="3014" y="4831"/>
                    <a:pt x="3016" y="4831"/>
                  </a:cubicBezTo>
                  <a:cubicBezTo>
                    <a:pt x="3307" y="4831"/>
                    <a:pt x="3595" y="4760"/>
                    <a:pt x="3854" y="4625"/>
                  </a:cubicBezTo>
                  <a:lnTo>
                    <a:pt x="3854" y="4911"/>
                  </a:lnTo>
                  <a:lnTo>
                    <a:pt x="3006" y="5490"/>
                  </a:lnTo>
                  <a:lnTo>
                    <a:pt x="2159" y="4911"/>
                  </a:lnTo>
                  <a:lnTo>
                    <a:pt x="2159" y="4619"/>
                  </a:lnTo>
                  <a:close/>
                  <a:moveTo>
                    <a:pt x="2023" y="5198"/>
                  </a:moveTo>
                  <a:lnTo>
                    <a:pt x="2762" y="5702"/>
                  </a:lnTo>
                  <a:lnTo>
                    <a:pt x="2370" y="6094"/>
                  </a:lnTo>
                  <a:cubicBezTo>
                    <a:pt x="2367" y="6097"/>
                    <a:pt x="2365" y="6097"/>
                    <a:pt x="2362" y="6097"/>
                  </a:cubicBezTo>
                  <a:cubicBezTo>
                    <a:pt x="2358" y="6097"/>
                    <a:pt x="2355" y="6095"/>
                    <a:pt x="2354" y="6093"/>
                  </a:cubicBezTo>
                  <a:lnTo>
                    <a:pt x="1867" y="5362"/>
                  </a:lnTo>
                  <a:lnTo>
                    <a:pt x="2023" y="5198"/>
                  </a:lnTo>
                  <a:close/>
                  <a:moveTo>
                    <a:pt x="3988" y="5198"/>
                  </a:moveTo>
                  <a:lnTo>
                    <a:pt x="4146" y="5362"/>
                  </a:lnTo>
                  <a:lnTo>
                    <a:pt x="3658" y="6093"/>
                  </a:lnTo>
                  <a:cubicBezTo>
                    <a:pt x="3656" y="6096"/>
                    <a:pt x="3653" y="6097"/>
                    <a:pt x="3650" y="6097"/>
                  </a:cubicBezTo>
                  <a:cubicBezTo>
                    <a:pt x="3647" y="6097"/>
                    <a:pt x="3644" y="6096"/>
                    <a:pt x="3642" y="6094"/>
                  </a:cubicBezTo>
                  <a:lnTo>
                    <a:pt x="3251" y="5702"/>
                  </a:lnTo>
                  <a:lnTo>
                    <a:pt x="3988" y="5198"/>
                  </a:lnTo>
                  <a:close/>
                  <a:moveTo>
                    <a:pt x="2503" y="0"/>
                  </a:moveTo>
                  <a:cubicBezTo>
                    <a:pt x="1678" y="1"/>
                    <a:pt x="1009" y="671"/>
                    <a:pt x="1008" y="1496"/>
                  </a:cubicBezTo>
                  <a:lnTo>
                    <a:pt x="1008" y="1830"/>
                  </a:lnTo>
                  <a:cubicBezTo>
                    <a:pt x="1008" y="2093"/>
                    <a:pt x="1066" y="2352"/>
                    <a:pt x="1176" y="2591"/>
                  </a:cubicBezTo>
                  <a:lnTo>
                    <a:pt x="1176" y="2944"/>
                  </a:lnTo>
                  <a:cubicBezTo>
                    <a:pt x="1173" y="3505"/>
                    <a:pt x="1418" y="4040"/>
                    <a:pt x="1845" y="4405"/>
                  </a:cubicBezTo>
                  <a:lnTo>
                    <a:pt x="1845" y="4930"/>
                  </a:lnTo>
                  <a:lnTo>
                    <a:pt x="1553" y="5237"/>
                  </a:lnTo>
                  <a:cubicBezTo>
                    <a:pt x="1523" y="5269"/>
                    <a:pt x="1507" y="5312"/>
                    <a:pt x="1511" y="5356"/>
                  </a:cubicBezTo>
                  <a:lnTo>
                    <a:pt x="548" y="5706"/>
                  </a:lnTo>
                  <a:cubicBezTo>
                    <a:pt x="222" y="5826"/>
                    <a:pt x="5" y="6136"/>
                    <a:pt x="4" y="6483"/>
                  </a:cubicBezTo>
                  <a:lnTo>
                    <a:pt x="4" y="7353"/>
                  </a:lnTo>
                  <a:cubicBezTo>
                    <a:pt x="1" y="7442"/>
                    <a:pt x="72" y="7514"/>
                    <a:pt x="161" y="7514"/>
                  </a:cubicBezTo>
                  <a:cubicBezTo>
                    <a:pt x="249" y="7514"/>
                    <a:pt x="320" y="7442"/>
                    <a:pt x="317" y="7353"/>
                  </a:cubicBezTo>
                  <a:lnTo>
                    <a:pt x="317" y="6483"/>
                  </a:lnTo>
                  <a:cubicBezTo>
                    <a:pt x="317" y="6268"/>
                    <a:pt x="452" y="6075"/>
                    <a:pt x="655" y="6001"/>
                  </a:cubicBezTo>
                  <a:lnTo>
                    <a:pt x="1670" y="5632"/>
                  </a:lnTo>
                  <a:lnTo>
                    <a:pt x="2093" y="6266"/>
                  </a:lnTo>
                  <a:cubicBezTo>
                    <a:pt x="2147" y="6347"/>
                    <a:pt x="2234" y="6400"/>
                    <a:pt x="2331" y="6409"/>
                  </a:cubicBezTo>
                  <a:cubicBezTo>
                    <a:pt x="2342" y="6409"/>
                    <a:pt x="2353" y="6410"/>
                    <a:pt x="2363" y="6410"/>
                  </a:cubicBezTo>
                  <a:cubicBezTo>
                    <a:pt x="2448" y="6410"/>
                    <a:pt x="2530" y="6375"/>
                    <a:pt x="2592" y="6315"/>
                  </a:cubicBezTo>
                  <a:lnTo>
                    <a:pt x="2849" y="6058"/>
                  </a:lnTo>
                  <a:lnTo>
                    <a:pt x="2849" y="7353"/>
                  </a:lnTo>
                  <a:cubicBezTo>
                    <a:pt x="2847" y="7442"/>
                    <a:pt x="2918" y="7514"/>
                    <a:pt x="3006" y="7514"/>
                  </a:cubicBezTo>
                  <a:cubicBezTo>
                    <a:pt x="3094" y="7514"/>
                    <a:pt x="3166" y="7442"/>
                    <a:pt x="3163" y="7353"/>
                  </a:cubicBezTo>
                  <a:lnTo>
                    <a:pt x="3163" y="6058"/>
                  </a:lnTo>
                  <a:lnTo>
                    <a:pt x="3420" y="6315"/>
                  </a:lnTo>
                  <a:cubicBezTo>
                    <a:pt x="3481" y="6375"/>
                    <a:pt x="3563" y="6410"/>
                    <a:pt x="3649" y="6410"/>
                  </a:cubicBezTo>
                  <a:cubicBezTo>
                    <a:pt x="3660" y="6410"/>
                    <a:pt x="3671" y="6409"/>
                    <a:pt x="3681" y="6409"/>
                  </a:cubicBezTo>
                  <a:cubicBezTo>
                    <a:pt x="3778" y="6400"/>
                    <a:pt x="3866" y="6347"/>
                    <a:pt x="3920" y="6266"/>
                  </a:cubicBezTo>
                  <a:lnTo>
                    <a:pt x="4342" y="5632"/>
                  </a:lnTo>
                  <a:lnTo>
                    <a:pt x="5357" y="6001"/>
                  </a:lnTo>
                  <a:cubicBezTo>
                    <a:pt x="5559" y="6075"/>
                    <a:pt x="5694" y="6268"/>
                    <a:pt x="5695" y="6483"/>
                  </a:cubicBezTo>
                  <a:lnTo>
                    <a:pt x="5695" y="7353"/>
                  </a:lnTo>
                  <a:cubicBezTo>
                    <a:pt x="5695" y="7440"/>
                    <a:pt x="5765" y="7510"/>
                    <a:pt x="5851" y="7510"/>
                  </a:cubicBezTo>
                  <a:cubicBezTo>
                    <a:pt x="5937" y="7510"/>
                    <a:pt x="6007" y="7440"/>
                    <a:pt x="6007" y="7353"/>
                  </a:cubicBezTo>
                  <a:lnTo>
                    <a:pt x="6007" y="6483"/>
                  </a:lnTo>
                  <a:cubicBezTo>
                    <a:pt x="6007" y="6136"/>
                    <a:pt x="5789" y="5826"/>
                    <a:pt x="5464" y="5706"/>
                  </a:cubicBezTo>
                  <a:lnTo>
                    <a:pt x="4501" y="5356"/>
                  </a:lnTo>
                  <a:cubicBezTo>
                    <a:pt x="4504" y="5312"/>
                    <a:pt x="4489" y="5269"/>
                    <a:pt x="4458" y="5237"/>
                  </a:cubicBezTo>
                  <a:lnTo>
                    <a:pt x="4167" y="4931"/>
                  </a:lnTo>
                  <a:lnTo>
                    <a:pt x="4167" y="4417"/>
                  </a:lnTo>
                  <a:cubicBezTo>
                    <a:pt x="4198" y="4391"/>
                    <a:pt x="4228" y="4364"/>
                    <a:pt x="4257" y="4337"/>
                  </a:cubicBezTo>
                  <a:cubicBezTo>
                    <a:pt x="4626" y="3990"/>
                    <a:pt x="4835" y="3507"/>
                    <a:pt x="4836" y="3002"/>
                  </a:cubicBezTo>
                  <a:lnTo>
                    <a:pt x="4836" y="2591"/>
                  </a:lnTo>
                  <a:cubicBezTo>
                    <a:pt x="4947" y="2353"/>
                    <a:pt x="5005" y="2093"/>
                    <a:pt x="5005" y="1830"/>
                  </a:cubicBezTo>
                  <a:lnTo>
                    <a:pt x="5005" y="156"/>
                  </a:lnTo>
                  <a:cubicBezTo>
                    <a:pt x="5005" y="70"/>
                    <a:pt x="4935" y="0"/>
                    <a:pt x="4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55"/>
            <p:cNvSpPr/>
            <p:nvPr/>
          </p:nvSpPr>
          <p:spPr>
            <a:xfrm>
              <a:off x="3427275" y="490550"/>
              <a:ext cx="8000" cy="16350"/>
            </a:xfrm>
            <a:custGeom>
              <a:rect b="b" l="l" r="r" t="t"/>
              <a:pathLst>
                <a:path extrusionOk="0" h="654" w="320">
                  <a:moveTo>
                    <a:pt x="160" y="0"/>
                  </a:moveTo>
                  <a:cubicBezTo>
                    <a:pt x="73" y="0"/>
                    <a:pt x="3" y="70"/>
                    <a:pt x="3" y="158"/>
                  </a:cubicBezTo>
                  <a:lnTo>
                    <a:pt x="3" y="492"/>
                  </a:lnTo>
                  <a:cubicBezTo>
                    <a:pt x="0" y="581"/>
                    <a:pt x="72" y="653"/>
                    <a:pt x="160" y="653"/>
                  </a:cubicBezTo>
                  <a:cubicBezTo>
                    <a:pt x="248" y="653"/>
                    <a:pt x="319" y="581"/>
                    <a:pt x="317" y="492"/>
                  </a:cubicBezTo>
                  <a:lnTo>
                    <a:pt x="317" y="158"/>
                  </a:lnTo>
                  <a:cubicBezTo>
                    <a:pt x="317" y="70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55"/>
            <p:cNvSpPr/>
            <p:nvPr/>
          </p:nvSpPr>
          <p:spPr>
            <a:xfrm>
              <a:off x="3519300" y="490550"/>
              <a:ext cx="8000" cy="16350"/>
            </a:xfrm>
            <a:custGeom>
              <a:rect b="b" l="l" r="r" t="t"/>
              <a:pathLst>
                <a:path extrusionOk="0" h="654" w="320">
                  <a:moveTo>
                    <a:pt x="161" y="0"/>
                  </a:moveTo>
                  <a:cubicBezTo>
                    <a:pt x="75" y="0"/>
                    <a:pt x="5" y="70"/>
                    <a:pt x="5" y="158"/>
                  </a:cubicBezTo>
                  <a:lnTo>
                    <a:pt x="5" y="492"/>
                  </a:lnTo>
                  <a:cubicBezTo>
                    <a:pt x="1" y="581"/>
                    <a:pt x="72" y="653"/>
                    <a:pt x="161" y="653"/>
                  </a:cubicBezTo>
                  <a:cubicBezTo>
                    <a:pt x="250" y="653"/>
                    <a:pt x="320" y="581"/>
                    <a:pt x="317" y="492"/>
                  </a:cubicBezTo>
                  <a:lnTo>
                    <a:pt x="317" y="158"/>
                  </a:lnTo>
                  <a:cubicBezTo>
                    <a:pt x="317" y="70"/>
                    <a:pt x="247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55"/>
            <p:cNvSpPr/>
            <p:nvPr/>
          </p:nvSpPr>
          <p:spPr>
            <a:xfrm>
              <a:off x="3360050" y="239525"/>
              <a:ext cx="230050" cy="213200"/>
            </a:xfrm>
            <a:custGeom>
              <a:rect b="b" l="l" r="r" t="t"/>
              <a:pathLst>
                <a:path extrusionOk="0" h="8528" w="9202">
                  <a:moveTo>
                    <a:pt x="3203" y="585"/>
                  </a:moveTo>
                  <a:lnTo>
                    <a:pt x="3203" y="585"/>
                  </a:lnTo>
                  <a:cubicBezTo>
                    <a:pt x="2965" y="789"/>
                    <a:pt x="2744" y="1044"/>
                    <a:pt x="2547" y="1345"/>
                  </a:cubicBezTo>
                  <a:cubicBezTo>
                    <a:pt x="2411" y="1557"/>
                    <a:pt x="2289" y="1777"/>
                    <a:pt x="2188" y="2008"/>
                  </a:cubicBezTo>
                  <a:lnTo>
                    <a:pt x="1323" y="2008"/>
                  </a:lnTo>
                  <a:cubicBezTo>
                    <a:pt x="1802" y="1364"/>
                    <a:pt x="2454" y="871"/>
                    <a:pt x="3203" y="585"/>
                  </a:cubicBezTo>
                  <a:close/>
                  <a:moveTo>
                    <a:pt x="4533" y="321"/>
                  </a:moveTo>
                  <a:lnTo>
                    <a:pt x="4533" y="2008"/>
                  </a:lnTo>
                  <a:lnTo>
                    <a:pt x="2532" y="2008"/>
                  </a:lnTo>
                  <a:cubicBezTo>
                    <a:pt x="2993" y="1041"/>
                    <a:pt x="3715" y="394"/>
                    <a:pt x="4533" y="321"/>
                  </a:cubicBezTo>
                  <a:close/>
                  <a:moveTo>
                    <a:pt x="4847" y="321"/>
                  </a:moveTo>
                  <a:cubicBezTo>
                    <a:pt x="5666" y="394"/>
                    <a:pt x="6387" y="1041"/>
                    <a:pt x="6847" y="2008"/>
                  </a:cubicBezTo>
                  <a:lnTo>
                    <a:pt x="4847" y="2008"/>
                  </a:lnTo>
                  <a:lnTo>
                    <a:pt x="4847" y="321"/>
                  </a:lnTo>
                  <a:close/>
                  <a:moveTo>
                    <a:pt x="6177" y="585"/>
                  </a:moveTo>
                  <a:lnTo>
                    <a:pt x="6177" y="585"/>
                  </a:lnTo>
                  <a:cubicBezTo>
                    <a:pt x="6926" y="871"/>
                    <a:pt x="7578" y="1364"/>
                    <a:pt x="8056" y="2008"/>
                  </a:cubicBezTo>
                  <a:lnTo>
                    <a:pt x="7192" y="2008"/>
                  </a:lnTo>
                  <a:cubicBezTo>
                    <a:pt x="7090" y="1777"/>
                    <a:pt x="6970" y="1557"/>
                    <a:pt x="6833" y="1345"/>
                  </a:cubicBezTo>
                  <a:cubicBezTo>
                    <a:pt x="6636" y="1044"/>
                    <a:pt x="6415" y="789"/>
                    <a:pt x="6177" y="585"/>
                  </a:cubicBezTo>
                  <a:close/>
                  <a:moveTo>
                    <a:pt x="2062" y="2321"/>
                  </a:moveTo>
                  <a:cubicBezTo>
                    <a:pt x="1834" y="2938"/>
                    <a:pt x="1707" y="3630"/>
                    <a:pt x="1690" y="4351"/>
                  </a:cubicBezTo>
                  <a:lnTo>
                    <a:pt x="499" y="4351"/>
                  </a:lnTo>
                  <a:cubicBezTo>
                    <a:pt x="525" y="3632"/>
                    <a:pt x="736" y="2934"/>
                    <a:pt x="1112" y="2321"/>
                  </a:cubicBezTo>
                  <a:close/>
                  <a:moveTo>
                    <a:pt x="8269" y="2321"/>
                  </a:moveTo>
                  <a:cubicBezTo>
                    <a:pt x="8645" y="2934"/>
                    <a:pt x="8856" y="3632"/>
                    <a:pt x="8881" y="4351"/>
                  </a:cubicBezTo>
                  <a:lnTo>
                    <a:pt x="7690" y="4351"/>
                  </a:lnTo>
                  <a:cubicBezTo>
                    <a:pt x="7674" y="3630"/>
                    <a:pt x="7546" y="2938"/>
                    <a:pt x="7319" y="2321"/>
                  </a:cubicBezTo>
                  <a:close/>
                  <a:moveTo>
                    <a:pt x="8881" y="4664"/>
                  </a:moveTo>
                  <a:cubicBezTo>
                    <a:pt x="8856" y="5358"/>
                    <a:pt x="8659" y="6035"/>
                    <a:pt x="8307" y="6636"/>
                  </a:cubicBezTo>
                  <a:lnTo>
                    <a:pt x="8307" y="6634"/>
                  </a:lnTo>
                  <a:cubicBezTo>
                    <a:pt x="8295" y="6655"/>
                    <a:pt x="8282" y="6675"/>
                    <a:pt x="8270" y="6694"/>
                  </a:cubicBezTo>
                  <a:lnTo>
                    <a:pt x="7317" y="6694"/>
                  </a:lnTo>
                  <a:cubicBezTo>
                    <a:pt x="7335" y="6650"/>
                    <a:pt x="7350" y="6605"/>
                    <a:pt x="7366" y="6559"/>
                  </a:cubicBezTo>
                  <a:cubicBezTo>
                    <a:pt x="7566" y="5967"/>
                    <a:pt x="7675" y="5330"/>
                    <a:pt x="7690" y="4664"/>
                  </a:cubicBezTo>
                  <a:close/>
                  <a:moveTo>
                    <a:pt x="1690" y="4665"/>
                  </a:moveTo>
                  <a:cubicBezTo>
                    <a:pt x="1705" y="5331"/>
                    <a:pt x="1814" y="5968"/>
                    <a:pt x="2015" y="6560"/>
                  </a:cubicBezTo>
                  <a:cubicBezTo>
                    <a:pt x="2030" y="6605"/>
                    <a:pt x="2046" y="6649"/>
                    <a:pt x="2063" y="6695"/>
                  </a:cubicBezTo>
                  <a:lnTo>
                    <a:pt x="1107" y="6695"/>
                  </a:lnTo>
                  <a:cubicBezTo>
                    <a:pt x="733" y="6081"/>
                    <a:pt x="523" y="5382"/>
                    <a:pt x="498" y="4665"/>
                  </a:cubicBezTo>
                  <a:close/>
                  <a:moveTo>
                    <a:pt x="4692" y="1"/>
                  </a:moveTo>
                  <a:cubicBezTo>
                    <a:pt x="4577" y="1"/>
                    <a:pt x="4462" y="5"/>
                    <a:pt x="4346" y="14"/>
                  </a:cubicBezTo>
                  <a:cubicBezTo>
                    <a:pt x="3034" y="115"/>
                    <a:pt x="1832" y="783"/>
                    <a:pt x="1055" y="1843"/>
                  </a:cubicBezTo>
                  <a:cubicBezTo>
                    <a:pt x="277" y="2906"/>
                    <a:pt x="1" y="4253"/>
                    <a:pt x="300" y="5533"/>
                  </a:cubicBezTo>
                  <a:cubicBezTo>
                    <a:pt x="599" y="6815"/>
                    <a:pt x="1443" y="7901"/>
                    <a:pt x="2610" y="8508"/>
                  </a:cubicBezTo>
                  <a:cubicBezTo>
                    <a:pt x="2634" y="8522"/>
                    <a:pt x="2660" y="8528"/>
                    <a:pt x="2685" y="8528"/>
                  </a:cubicBezTo>
                  <a:cubicBezTo>
                    <a:pt x="2742" y="8528"/>
                    <a:pt x="2796" y="8497"/>
                    <a:pt x="2824" y="8444"/>
                  </a:cubicBezTo>
                  <a:cubicBezTo>
                    <a:pt x="2864" y="8365"/>
                    <a:pt x="2833" y="8270"/>
                    <a:pt x="2754" y="8231"/>
                  </a:cubicBezTo>
                  <a:cubicBezTo>
                    <a:pt x="2190" y="7937"/>
                    <a:pt x="1698" y="7519"/>
                    <a:pt x="1319" y="7007"/>
                  </a:cubicBezTo>
                  <a:lnTo>
                    <a:pt x="2190" y="7007"/>
                  </a:lnTo>
                  <a:cubicBezTo>
                    <a:pt x="2380" y="7438"/>
                    <a:pt x="2621" y="7819"/>
                    <a:pt x="2897" y="8127"/>
                  </a:cubicBezTo>
                  <a:cubicBezTo>
                    <a:pt x="2927" y="8161"/>
                    <a:pt x="2970" y="8178"/>
                    <a:pt x="3012" y="8178"/>
                  </a:cubicBezTo>
                  <a:cubicBezTo>
                    <a:pt x="3049" y="8178"/>
                    <a:pt x="3086" y="8165"/>
                    <a:pt x="3116" y="8138"/>
                  </a:cubicBezTo>
                  <a:cubicBezTo>
                    <a:pt x="3181" y="8081"/>
                    <a:pt x="3186" y="7983"/>
                    <a:pt x="3129" y="7919"/>
                  </a:cubicBezTo>
                  <a:cubicBezTo>
                    <a:pt x="2899" y="7661"/>
                    <a:pt x="2700" y="7352"/>
                    <a:pt x="2536" y="7006"/>
                  </a:cubicBezTo>
                  <a:cubicBezTo>
                    <a:pt x="2618" y="6996"/>
                    <a:pt x="2677" y="6924"/>
                    <a:pt x="2672" y="6840"/>
                  </a:cubicBezTo>
                  <a:cubicBezTo>
                    <a:pt x="2666" y="6759"/>
                    <a:pt x="2599" y="6695"/>
                    <a:pt x="2518" y="6695"/>
                  </a:cubicBezTo>
                  <a:cubicBezTo>
                    <a:pt x="2517" y="6695"/>
                    <a:pt x="2516" y="6695"/>
                    <a:pt x="2516" y="6695"/>
                  </a:cubicBezTo>
                  <a:lnTo>
                    <a:pt x="2400" y="6695"/>
                  </a:lnTo>
                  <a:cubicBezTo>
                    <a:pt x="2162" y="6086"/>
                    <a:pt x="2022" y="5388"/>
                    <a:pt x="2004" y="4665"/>
                  </a:cubicBezTo>
                  <a:lnTo>
                    <a:pt x="2180" y="4665"/>
                  </a:lnTo>
                  <a:cubicBezTo>
                    <a:pt x="2265" y="4662"/>
                    <a:pt x="2331" y="4592"/>
                    <a:pt x="2331" y="4507"/>
                  </a:cubicBezTo>
                  <a:cubicBezTo>
                    <a:pt x="2331" y="4424"/>
                    <a:pt x="2265" y="4354"/>
                    <a:pt x="2180" y="4351"/>
                  </a:cubicBezTo>
                  <a:lnTo>
                    <a:pt x="2004" y="4351"/>
                  </a:lnTo>
                  <a:cubicBezTo>
                    <a:pt x="2022" y="3610"/>
                    <a:pt x="2163" y="2916"/>
                    <a:pt x="2397" y="2321"/>
                  </a:cubicBezTo>
                  <a:lnTo>
                    <a:pt x="4533" y="2321"/>
                  </a:lnTo>
                  <a:lnTo>
                    <a:pt x="4533" y="2667"/>
                  </a:lnTo>
                  <a:cubicBezTo>
                    <a:pt x="4531" y="2755"/>
                    <a:pt x="4602" y="2829"/>
                    <a:pt x="4691" y="2829"/>
                  </a:cubicBezTo>
                  <a:cubicBezTo>
                    <a:pt x="4778" y="2829"/>
                    <a:pt x="4850" y="2755"/>
                    <a:pt x="4847" y="2667"/>
                  </a:cubicBezTo>
                  <a:lnTo>
                    <a:pt x="4847" y="2321"/>
                  </a:lnTo>
                  <a:lnTo>
                    <a:pt x="6985" y="2321"/>
                  </a:lnTo>
                  <a:cubicBezTo>
                    <a:pt x="7218" y="2916"/>
                    <a:pt x="7359" y="3610"/>
                    <a:pt x="7376" y="4351"/>
                  </a:cubicBezTo>
                  <a:lnTo>
                    <a:pt x="7201" y="4351"/>
                  </a:lnTo>
                  <a:cubicBezTo>
                    <a:pt x="7200" y="4351"/>
                    <a:pt x="7198" y="4351"/>
                    <a:pt x="7197" y="4351"/>
                  </a:cubicBezTo>
                  <a:cubicBezTo>
                    <a:pt x="7110" y="4351"/>
                    <a:pt x="7039" y="4422"/>
                    <a:pt x="7039" y="4507"/>
                  </a:cubicBezTo>
                  <a:cubicBezTo>
                    <a:pt x="7039" y="4595"/>
                    <a:pt x="7110" y="4665"/>
                    <a:pt x="7197" y="4665"/>
                  </a:cubicBezTo>
                  <a:cubicBezTo>
                    <a:pt x="7198" y="4665"/>
                    <a:pt x="7200" y="4665"/>
                    <a:pt x="7201" y="4665"/>
                  </a:cubicBezTo>
                  <a:lnTo>
                    <a:pt x="7376" y="4665"/>
                  </a:lnTo>
                  <a:cubicBezTo>
                    <a:pt x="7359" y="5388"/>
                    <a:pt x="7220" y="6086"/>
                    <a:pt x="6981" y="6695"/>
                  </a:cubicBezTo>
                  <a:lnTo>
                    <a:pt x="6866" y="6695"/>
                  </a:lnTo>
                  <a:cubicBezTo>
                    <a:pt x="6865" y="6695"/>
                    <a:pt x="6865" y="6695"/>
                    <a:pt x="6864" y="6695"/>
                  </a:cubicBezTo>
                  <a:cubicBezTo>
                    <a:pt x="6781" y="6695"/>
                    <a:pt x="6714" y="6759"/>
                    <a:pt x="6709" y="6840"/>
                  </a:cubicBezTo>
                  <a:cubicBezTo>
                    <a:pt x="6703" y="6924"/>
                    <a:pt x="6764" y="6996"/>
                    <a:pt x="6846" y="7006"/>
                  </a:cubicBezTo>
                  <a:cubicBezTo>
                    <a:pt x="6682" y="7352"/>
                    <a:pt x="6481" y="7661"/>
                    <a:pt x="6251" y="7919"/>
                  </a:cubicBezTo>
                  <a:cubicBezTo>
                    <a:pt x="6197" y="7983"/>
                    <a:pt x="6204" y="8079"/>
                    <a:pt x="6267" y="8135"/>
                  </a:cubicBezTo>
                  <a:cubicBezTo>
                    <a:pt x="6297" y="8162"/>
                    <a:pt x="6335" y="8175"/>
                    <a:pt x="6372" y="8175"/>
                  </a:cubicBezTo>
                  <a:cubicBezTo>
                    <a:pt x="6413" y="8175"/>
                    <a:pt x="6454" y="8159"/>
                    <a:pt x="6485" y="8127"/>
                  </a:cubicBezTo>
                  <a:cubicBezTo>
                    <a:pt x="6761" y="7819"/>
                    <a:pt x="7001" y="7437"/>
                    <a:pt x="7192" y="7007"/>
                  </a:cubicBezTo>
                  <a:lnTo>
                    <a:pt x="8059" y="7007"/>
                  </a:lnTo>
                  <a:cubicBezTo>
                    <a:pt x="7717" y="7468"/>
                    <a:pt x="7285" y="7854"/>
                    <a:pt x="6788" y="8142"/>
                  </a:cubicBezTo>
                  <a:cubicBezTo>
                    <a:pt x="6713" y="8185"/>
                    <a:pt x="6687" y="8281"/>
                    <a:pt x="6732" y="8356"/>
                  </a:cubicBezTo>
                  <a:cubicBezTo>
                    <a:pt x="6761" y="8406"/>
                    <a:pt x="6813" y="8434"/>
                    <a:pt x="6867" y="8434"/>
                  </a:cubicBezTo>
                  <a:cubicBezTo>
                    <a:pt x="6894" y="8434"/>
                    <a:pt x="6921" y="8427"/>
                    <a:pt x="6946" y="8413"/>
                  </a:cubicBezTo>
                  <a:cubicBezTo>
                    <a:pt x="8340" y="7608"/>
                    <a:pt x="9199" y="6119"/>
                    <a:pt x="9199" y="4507"/>
                  </a:cubicBezTo>
                  <a:cubicBezTo>
                    <a:pt x="9202" y="3312"/>
                    <a:pt x="8727" y="2164"/>
                    <a:pt x="7877" y="1320"/>
                  </a:cubicBezTo>
                  <a:cubicBezTo>
                    <a:pt x="7029" y="473"/>
                    <a:pt x="5882" y="1"/>
                    <a:pt x="46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9" name="Google Shape;529;p55"/>
          <p:cNvGrpSpPr/>
          <p:nvPr/>
        </p:nvGrpSpPr>
        <p:grpSpPr>
          <a:xfrm>
            <a:off x="5828075" y="3123663"/>
            <a:ext cx="267275" cy="233950"/>
            <a:chOff x="813800" y="989925"/>
            <a:chExt cx="267275" cy="233950"/>
          </a:xfrm>
        </p:grpSpPr>
        <p:sp>
          <p:nvSpPr>
            <p:cNvPr id="530" name="Google Shape;530;p55"/>
            <p:cNvSpPr/>
            <p:nvPr/>
          </p:nvSpPr>
          <p:spPr>
            <a:xfrm>
              <a:off x="813800" y="1015050"/>
              <a:ext cx="267275" cy="208825"/>
            </a:xfrm>
            <a:custGeom>
              <a:rect b="b" l="l" r="r" t="t"/>
              <a:pathLst>
                <a:path extrusionOk="0" h="8353" w="10691">
                  <a:moveTo>
                    <a:pt x="2998" y="314"/>
                  </a:moveTo>
                  <a:cubicBezTo>
                    <a:pt x="3281" y="314"/>
                    <a:pt x="3511" y="506"/>
                    <a:pt x="3511" y="743"/>
                  </a:cubicBezTo>
                  <a:cubicBezTo>
                    <a:pt x="3511" y="753"/>
                    <a:pt x="3510" y="763"/>
                    <a:pt x="3509" y="773"/>
                  </a:cubicBezTo>
                  <a:cubicBezTo>
                    <a:pt x="3345" y="704"/>
                    <a:pt x="3171" y="670"/>
                    <a:pt x="2998" y="670"/>
                  </a:cubicBezTo>
                  <a:cubicBezTo>
                    <a:pt x="2824" y="670"/>
                    <a:pt x="2650" y="704"/>
                    <a:pt x="2487" y="773"/>
                  </a:cubicBezTo>
                  <a:cubicBezTo>
                    <a:pt x="2486" y="763"/>
                    <a:pt x="2486" y="753"/>
                    <a:pt x="2486" y="743"/>
                  </a:cubicBezTo>
                  <a:cubicBezTo>
                    <a:pt x="2484" y="506"/>
                    <a:pt x="2714" y="314"/>
                    <a:pt x="2998" y="314"/>
                  </a:cubicBezTo>
                  <a:close/>
                  <a:moveTo>
                    <a:pt x="3002" y="981"/>
                  </a:moveTo>
                  <a:cubicBezTo>
                    <a:pt x="3680" y="981"/>
                    <a:pt x="4182" y="1649"/>
                    <a:pt x="3961" y="2315"/>
                  </a:cubicBezTo>
                  <a:cubicBezTo>
                    <a:pt x="3517" y="1863"/>
                    <a:pt x="2735" y="1687"/>
                    <a:pt x="2697" y="1677"/>
                  </a:cubicBezTo>
                  <a:cubicBezTo>
                    <a:pt x="2685" y="1675"/>
                    <a:pt x="2673" y="1673"/>
                    <a:pt x="2661" y="1673"/>
                  </a:cubicBezTo>
                  <a:cubicBezTo>
                    <a:pt x="2625" y="1673"/>
                    <a:pt x="2590" y="1685"/>
                    <a:pt x="2562" y="1707"/>
                  </a:cubicBezTo>
                  <a:cubicBezTo>
                    <a:pt x="2526" y="1737"/>
                    <a:pt x="2504" y="1782"/>
                    <a:pt x="2507" y="1829"/>
                  </a:cubicBezTo>
                  <a:cubicBezTo>
                    <a:pt x="2506" y="1844"/>
                    <a:pt x="2494" y="1947"/>
                    <a:pt x="2385" y="2054"/>
                  </a:cubicBezTo>
                  <a:cubicBezTo>
                    <a:pt x="2329" y="2116"/>
                    <a:pt x="2331" y="2212"/>
                    <a:pt x="2390" y="2271"/>
                  </a:cubicBezTo>
                  <a:cubicBezTo>
                    <a:pt x="2421" y="2302"/>
                    <a:pt x="2461" y="2317"/>
                    <a:pt x="2501" y="2317"/>
                  </a:cubicBezTo>
                  <a:cubicBezTo>
                    <a:pt x="2538" y="2317"/>
                    <a:pt x="2576" y="2304"/>
                    <a:pt x="2605" y="2276"/>
                  </a:cubicBezTo>
                  <a:cubicBezTo>
                    <a:pt x="2679" y="2205"/>
                    <a:pt x="2737" y="2119"/>
                    <a:pt x="2776" y="2025"/>
                  </a:cubicBezTo>
                  <a:cubicBezTo>
                    <a:pt x="3039" y="2103"/>
                    <a:pt x="3587" y="2301"/>
                    <a:pt x="3832" y="2647"/>
                  </a:cubicBezTo>
                  <a:cubicBezTo>
                    <a:pt x="3761" y="3054"/>
                    <a:pt x="3407" y="3348"/>
                    <a:pt x="2998" y="3348"/>
                  </a:cubicBezTo>
                  <a:cubicBezTo>
                    <a:pt x="2988" y="3348"/>
                    <a:pt x="2979" y="3348"/>
                    <a:pt x="2970" y="3348"/>
                  </a:cubicBezTo>
                  <a:cubicBezTo>
                    <a:pt x="2549" y="3334"/>
                    <a:pt x="2200" y="3013"/>
                    <a:pt x="2154" y="2593"/>
                  </a:cubicBezTo>
                  <a:lnTo>
                    <a:pt x="2156" y="2593"/>
                  </a:lnTo>
                  <a:cubicBezTo>
                    <a:pt x="2153" y="2570"/>
                    <a:pt x="2145" y="2547"/>
                    <a:pt x="2133" y="2528"/>
                  </a:cubicBezTo>
                  <a:cubicBezTo>
                    <a:pt x="1744" y="1895"/>
                    <a:pt x="2144" y="1073"/>
                    <a:pt x="2880" y="988"/>
                  </a:cubicBezTo>
                  <a:cubicBezTo>
                    <a:pt x="2921" y="983"/>
                    <a:pt x="2962" y="981"/>
                    <a:pt x="3002" y="981"/>
                  </a:cubicBezTo>
                  <a:close/>
                  <a:moveTo>
                    <a:pt x="3343" y="3609"/>
                  </a:moveTo>
                  <a:lnTo>
                    <a:pt x="3343" y="3775"/>
                  </a:lnTo>
                  <a:cubicBezTo>
                    <a:pt x="3343" y="3828"/>
                    <a:pt x="3355" y="3881"/>
                    <a:pt x="3381" y="3928"/>
                  </a:cubicBezTo>
                  <a:lnTo>
                    <a:pt x="3235" y="4067"/>
                  </a:lnTo>
                  <a:cubicBezTo>
                    <a:pt x="3169" y="4130"/>
                    <a:pt x="3083" y="4162"/>
                    <a:pt x="2998" y="4162"/>
                  </a:cubicBezTo>
                  <a:cubicBezTo>
                    <a:pt x="2912" y="4162"/>
                    <a:pt x="2827" y="4130"/>
                    <a:pt x="2760" y="4067"/>
                  </a:cubicBezTo>
                  <a:lnTo>
                    <a:pt x="2615" y="3928"/>
                  </a:lnTo>
                  <a:cubicBezTo>
                    <a:pt x="2639" y="3881"/>
                    <a:pt x="2653" y="3828"/>
                    <a:pt x="2653" y="3776"/>
                  </a:cubicBezTo>
                  <a:lnTo>
                    <a:pt x="2653" y="3609"/>
                  </a:lnTo>
                  <a:cubicBezTo>
                    <a:pt x="2765" y="3644"/>
                    <a:pt x="2881" y="3662"/>
                    <a:pt x="2998" y="3662"/>
                  </a:cubicBezTo>
                  <a:cubicBezTo>
                    <a:pt x="3114" y="3662"/>
                    <a:pt x="3231" y="3644"/>
                    <a:pt x="3343" y="3609"/>
                  </a:cubicBezTo>
                  <a:close/>
                  <a:moveTo>
                    <a:pt x="3633" y="4121"/>
                  </a:moveTo>
                  <a:lnTo>
                    <a:pt x="4156" y="4382"/>
                  </a:lnTo>
                  <a:cubicBezTo>
                    <a:pt x="4272" y="4440"/>
                    <a:pt x="4346" y="4558"/>
                    <a:pt x="4347" y="4687"/>
                  </a:cubicBezTo>
                  <a:lnTo>
                    <a:pt x="2998" y="4687"/>
                  </a:lnTo>
                  <a:cubicBezTo>
                    <a:pt x="2819" y="4687"/>
                    <a:pt x="2674" y="4833"/>
                    <a:pt x="2674" y="5010"/>
                  </a:cubicBezTo>
                  <a:lnTo>
                    <a:pt x="2674" y="5692"/>
                  </a:lnTo>
                  <a:lnTo>
                    <a:pt x="2317" y="5692"/>
                  </a:lnTo>
                  <a:lnTo>
                    <a:pt x="2317" y="5051"/>
                  </a:lnTo>
                  <a:cubicBezTo>
                    <a:pt x="2317" y="4963"/>
                    <a:pt x="2247" y="4893"/>
                    <a:pt x="2160" y="4893"/>
                  </a:cubicBezTo>
                  <a:cubicBezTo>
                    <a:pt x="2074" y="4893"/>
                    <a:pt x="2004" y="4963"/>
                    <a:pt x="2004" y="5051"/>
                  </a:cubicBezTo>
                  <a:lnTo>
                    <a:pt x="2004" y="5848"/>
                  </a:lnTo>
                  <a:cubicBezTo>
                    <a:pt x="2004" y="5934"/>
                    <a:pt x="2074" y="6004"/>
                    <a:pt x="2160" y="6004"/>
                  </a:cubicBezTo>
                  <a:lnTo>
                    <a:pt x="2673" y="6004"/>
                  </a:lnTo>
                  <a:lnTo>
                    <a:pt x="2673" y="6350"/>
                  </a:lnTo>
                  <a:lnTo>
                    <a:pt x="2673" y="6361"/>
                  </a:lnTo>
                  <a:lnTo>
                    <a:pt x="1993" y="6361"/>
                  </a:lnTo>
                  <a:cubicBezTo>
                    <a:pt x="1802" y="6361"/>
                    <a:pt x="1648" y="6206"/>
                    <a:pt x="1647" y="6015"/>
                  </a:cubicBezTo>
                  <a:lnTo>
                    <a:pt x="1648" y="4691"/>
                  </a:lnTo>
                  <a:cubicBezTo>
                    <a:pt x="1648" y="4561"/>
                    <a:pt x="1722" y="4441"/>
                    <a:pt x="1839" y="4382"/>
                  </a:cubicBezTo>
                  <a:lnTo>
                    <a:pt x="2362" y="4121"/>
                  </a:lnTo>
                  <a:lnTo>
                    <a:pt x="2543" y="4294"/>
                  </a:lnTo>
                  <a:cubicBezTo>
                    <a:pt x="2671" y="4415"/>
                    <a:pt x="2834" y="4475"/>
                    <a:pt x="2997" y="4475"/>
                  </a:cubicBezTo>
                  <a:cubicBezTo>
                    <a:pt x="3160" y="4475"/>
                    <a:pt x="3324" y="4415"/>
                    <a:pt x="3451" y="4294"/>
                  </a:cubicBezTo>
                  <a:lnTo>
                    <a:pt x="3633" y="4121"/>
                  </a:lnTo>
                  <a:close/>
                  <a:moveTo>
                    <a:pt x="5006" y="5000"/>
                  </a:moveTo>
                  <a:cubicBezTo>
                    <a:pt x="5011" y="5000"/>
                    <a:pt x="5016" y="5005"/>
                    <a:pt x="5016" y="5010"/>
                  </a:cubicBezTo>
                  <a:lnTo>
                    <a:pt x="5016" y="6350"/>
                  </a:lnTo>
                  <a:cubicBezTo>
                    <a:pt x="5016" y="6355"/>
                    <a:pt x="5011" y="6361"/>
                    <a:pt x="5006" y="6361"/>
                  </a:cubicBezTo>
                  <a:lnTo>
                    <a:pt x="2998" y="6361"/>
                  </a:lnTo>
                  <a:cubicBezTo>
                    <a:pt x="2992" y="6361"/>
                    <a:pt x="2988" y="6355"/>
                    <a:pt x="2988" y="6350"/>
                  </a:cubicBezTo>
                  <a:lnTo>
                    <a:pt x="2988" y="5010"/>
                  </a:lnTo>
                  <a:cubicBezTo>
                    <a:pt x="2988" y="5005"/>
                    <a:pt x="2992" y="5000"/>
                    <a:pt x="2998" y="5000"/>
                  </a:cubicBezTo>
                  <a:close/>
                  <a:moveTo>
                    <a:pt x="10037" y="6674"/>
                  </a:moveTo>
                  <a:lnTo>
                    <a:pt x="10037" y="7030"/>
                  </a:lnTo>
                  <a:lnTo>
                    <a:pt x="643" y="7030"/>
                  </a:lnTo>
                  <a:lnTo>
                    <a:pt x="643" y="6674"/>
                  </a:lnTo>
                  <a:close/>
                  <a:moveTo>
                    <a:pt x="2997" y="0"/>
                  </a:moveTo>
                  <a:cubicBezTo>
                    <a:pt x="2541" y="0"/>
                    <a:pt x="2171" y="334"/>
                    <a:pt x="2171" y="743"/>
                  </a:cubicBezTo>
                  <a:cubicBezTo>
                    <a:pt x="2171" y="809"/>
                    <a:pt x="2180" y="874"/>
                    <a:pt x="2200" y="937"/>
                  </a:cubicBezTo>
                  <a:cubicBezTo>
                    <a:pt x="1662" y="1339"/>
                    <a:pt x="1511" y="2081"/>
                    <a:pt x="1848" y="2661"/>
                  </a:cubicBezTo>
                  <a:cubicBezTo>
                    <a:pt x="1892" y="2984"/>
                    <a:pt x="2070" y="3273"/>
                    <a:pt x="2339" y="3457"/>
                  </a:cubicBezTo>
                  <a:lnTo>
                    <a:pt x="2339" y="3776"/>
                  </a:lnTo>
                  <a:cubicBezTo>
                    <a:pt x="2339" y="3780"/>
                    <a:pt x="2336" y="3783"/>
                    <a:pt x="2332" y="3785"/>
                  </a:cubicBezTo>
                  <a:lnTo>
                    <a:pt x="1698" y="4102"/>
                  </a:lnTo>
                  <a:cubicBezTo>
                    <a:pt x="1475" y="4213"/>
                    <a:pt x="1333" y="4441"/>
                    <a:pt x="1335" y="4691"/>
                  </a:cubicBezTo>
                  <a:lnTo>
                    <a:pt x="1335" y="6015"/>
                  </a:lnTo>
                  <a:cubicBezTo>
                    <a:pt x="1335" y="6137"/>
                    <a:pt x="1368" y="6257"/>
                    <a:pt x="1433" y="6361"/>
                  </a:cubicBezTo>
                  <a:lnTo>
                    <a:pt x="153" y="6361"/>
                  </a:lnTo>
                  <a:cubicBezTo>
                    <a:pt x="68" y="6363"/>
                    <a:pt x="1" y="6433"/>
                    <a:pt x="1" y="6517"/>
                  </a:cubicBezTo>
                  <a:cubicBezTo>
                    <a:pt x="1" y="6602"/>
                    <a:pt x="68" y="6672"/>
                    <a:pt x="153" y="6674"/>
                  </a:cubicBezTo>
                  <a:lnTo>
                    <a:pt x="330" y="6674"/>
                  </a:lnTo>
                  <a:lnTo>
                    <a:pt x="330" y="8191"/>
                  </a:lnTo>
                  <a:cubicBezTo>
                    <a:pt x="328" y="8279"/>
                    <a:pt x="399" y="8353"/>
                    <a:pt x="487" y="8353"/>
                  </a:cubicBezTo>
                  <a:cubicBezTo>
                    <a:pt x="575" y="8353"/>
                    <a:pt x="647" y="8279"/>
                    <a:pt x="644" y="8191"/>
                  </a:cubicBezTo>
                  <a:lnTo>
                    <a:pt x="644" y="7343"/>
                  </a:lnTo>
                  <a:lnTo>
                    <a:pt x="10037" y="7343"/>
                  </a:lnTo>
                  <a:lnTo>
                    <a:pt x="10037" y="8191"/>
                  </a:lnTo>
                  <a:cubicBezTo>
                    <a:pt x="10035" y="8279"/>
                    <a:pt x="10106" y="8353"/>
                    <a:pt x="10195" y="8353"/>
                  </a:cubicBezTo>
                  <a:cubicBezTo>
                    <a:pt x="10282" y="8353"/>
                    <a:pt x="10354" y="8279"/>
                    <a:pt x="10351" y="8191"/>
                  </a:cubicBezTo>
                  <a:lnTo>
                    <a:pt x="10351" y="6674"/>
                  </a:lnTo>
                  <a:lnTo>
                    <a:pt x="10529" y="6674"/>
                  </a:lnTo>
                  <a:cubicBezTo>
                    <a:pt x="10530" y="6674"/>
                    <a:pt x="10532" y="6674"/>
                    <a:pt x="10534" y="6674"/>
                  </a:cubicBezTo>
                  <a:cubicBezTo>
                    <a:pt x="10620" y="6674"/>
                    <a:pt x="10690" y="6604"/>
                    <a:pt x="10690" y="6517"/>
                  </a:cubicBezTo>
                  <a:cubicBezTo>
                    <a:pt x="10690" y="6431"/>
                    <a:pt x="10620" y="6361"/>
                    <a:pt x="10534" y="6361"/>
                  </a:cubicBezTo>
                  <a:cubicBezTo>
                    <a:pt x="10532" y="6361"/>
                    <a:pt x="10530" y="6361"/>
                    <a:pt x="10529" y="6361"/>
                  </a:cubicBezTo>
                  <a:lnTo>
                    <a:pt x="5329" y="6361"/>
                  </a:lnTo>
                  <a:lnTo>
                    <a:pt x="5329" y="6350"/>
                  </a:lnTo>
                  <a:lnTo>
                    <a:pt x="5329" y="5010"/>
                  </a:lnTo>
                  <a:cubicBezTo>
                    <a:pt x="5329" y="4831"/>
                    <a:pt x="5185" y="4687"/>
                    <a:pt x="5006" y="4687"/>
                  </a:cubicBezTo>
                  <a:lnTo>
                    <a:pt x="4660" y="4687"/>
                  </a:lnTo>
                  <a:cubicBezTo>
                    <a:pt x="4660" y="4438"/>
                    <a:pt x="4518" y="4212"/>
                    <a:pt x="4296" y="4102"/>
                  </a:cubicBezTo>
                  <a:lnTo>
                    <a:pt x="3662" y="3785"/>
                  </a:lnTo>
                  <a:cubicBezTo>
                    <a:pt x="3658" y="3783"/>
                    <a:pt x="3655" y="3780"/>
                    <a:pt x="3655" y="3776"/>
                  </a:cubicBezTo>
                  <a:lnTo>
                    <a:pt x="3655" y="3457"/>
                  </a:lnTo>
                  <a:cubicBezTo>
                    <a:pt x="3923" y="3273"/>
                    <a:pt x="4102" y="2984"/>
                    <a:pt x="4147" y="2661"/>
                  </a:cubicBezTo>
                  <a:cubicBezTo>
                    <a:pt x="4483" y="2081"/>
                    <a:pt x="4332" y="1339"/>
                    <a:pt x="3794" y="937"/>
                  </a:cubicBezTo>
                  <a:cubicBezTo>
                    <a:pt x="3813" y="874"/>
                    <a:pt x="3822" y="809"/>
                    <a:pt x="3824" y="743"/>
                  </a:cubicBezTo>
                  <a:cubicBezTo>
                    <a:pt x="3824" y="334"/>
                    <a:pt x="3453" y="0"/>
                    <a:pt x="29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55"/>
            <p:cNvSpPr/>
            <p:nvPr/>
          </p:nvSpPr>
          <p:spPr>
            <a:xfrm>
              <a:off x="905600" y="1153150"/>
              <a:ext cx="16225" cy="7850"/>
            </a:xfrm>
            <a:custGeom>
              <a:rect b="b" l="l" r="r" t="t"/>
              <a:pathLst>
                <a:path extrusionOk="0" h="314" w="649">
                  <a:moveTo>
                    <a:pt x="157" y="1"/>
                  </a:moveTo>
                  <a:cubicBezTo>
                    <a:pt x="71" y="1"/>
                    <a:pt x="1" y="70"/>
                    <a:pt x="1" y="157"/>
                  </a:cubicBezTo>
                  <a:cubicBezTo>
                    <a:pt x="1" y="243"/>
                    <a:pt x="70" y="313"/>
                    <a:pt x="155" y="313"/>
                  </a:cubicBezTo>
                  <a:cubicBezTo>
                    <a:pt x="158" y="313"/>
                    <a:pt x="160" y="313"/>
                    <a:pt x="162" y="313"/>
                  </a:cubicBezTo>
                  <a:lnTo>
                    <a:pt x="496" y="313"/>
                  </a:lnTo>
                  <a:cubicBezTo>
                    <a:pt x="581" y="310"/>
                    <a:pt x="648" y="242"/>
                    <a:pt x="648" y="157"/>
                  </a:cubicBezTo>
                  <a:cubicBezTo>
                    <a:pt x="648" y="72"/>
                    <a:pt x="581" y="3"/>
                    <a:pt x="496" y="1"/>
                  </a:cubicBezTo>
                  <a:lnTo>
                    <a:pt x="162" y="1"/>
                  </a:lnTo>
                  <a:cubicBezTo>
                    <a:pt x="161" y="1"/>
                    <a:pt x="159" y="1"/>
                    <a:pt x="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55"/>
            <p:cNvSpPr/>
            <p:nvPr/>
          </p:nvSpPr>
          <p:spPr>
            <a:xfrm>
              <a:off x="939225" y="989925"/>
              <a:ext cx="133325" cy="130450"/>
            </a:xfrm>
            <a:custGeom>
              <a:rect b="b" l="l" r="r" t="t"/>
              <a:pathLst>
                <a:path extrusionOk="0" h="5218" w="5333">
                  <a:moveTo>
                    <a:pt x="4674" y="314"/>
                  </a:moveTo>
                  <a:cubicBezTo>
                    <a:pt x="4866" y="314"/>
                    <a:pt x="5020" y="469"/>
                    <a:pt x="5020" y="660"/>
                  </a:cubicBezTo>
                  <a:lnTo>
                    <a:pt x="5020" y="3338"/>
                  </a:lnTo>
                  <a:cubicBezTo>
                    <a:pt x="5020" y="3529"/>
                    <a:pt x="4866" y="3684"/>
                    <a:pt x="4674" y="3684"/>
                  </a:cubicBezTo>
                  <a:lnTo>
                    <a:pt x="2666" y="3684"/>
                  </a:lnTo>
                  <a:cubicBezTo>
                    <a:pt x="2634" y="3684"/>
                    <a:pt x="2601" y="3695"/>
                    <a:pt x="2575" y="3713"/>
                  </a:cubicBezTo>
                  <a:lnTo>
                    <a:pt x="1082" y="4798"/>
                  </a:lnTo>
                  <a:lnTo>
                    <a:pt x="1313" y="3878"/>
                  </a:lnTo>
                  <a:cubicBezTo>
                    <a:pt x="1337" y="3779"/>
                    <a:pt x="1263" y="3684"/>
                    <a:pt x="1161" y="3684"/>
                  </a:cubicBezTo>
                  <a:lnTo>
                    <a:pt x="658" y="3684"/>
                  </a:lnTo>
                  <a:cubicBezTo>
                    <a:pt x="468" y="3684"/>
                    <a:pt x="313" y="3529"/>
                    <a:pt x="313" y="3338"/>
                  </a:cubicBezTo>
                  <a:lnTo>
                    <a:pt x="313" y="660"/>
                  </a:lnTo>
                  <a:cubicBezTo>
                    <a:pt x="313" y="469"/>
                    <a:pt x="468" y="314"/>
                    <a:pt x="658" y="314"/>
                  </a:cubicBezTo>
                  <a:close/>
                  <a:moveTo>
                    <a:pt x="658" y="1"/>
                  </a:moveTo>
                  <a:cubicBezTo>
                    <a:pt x="294" y="2"/>
                    <a:pt x="1" y="297"/>
                    <a:pt x="1" y="660"/>
                  </a:cubicBezTo>
                  <a:lnTo>
                    <a:pt x="1" y="3338"/>
                  </a:lnTo>
                  <a:cubicBezTo>
                    <a:pt x="1" y="3701"/>
                    <a:pt x="295" y="3996"/>
                    <a:pt x="659" y="3996"/>
                  </a:cubicBezTo>
                  <a:lnTo>
                    <a:pt x="959" y="3996"/>
                  </a:lnTo>
                  <a:lnTo>
                    <a:pt x="729" y="4917"/>
                  </a:lnTo>
                  <a:cubicBezTo>
                    <a:pt x="687" y="5081"/>
                    <a:pt x="818" y="5217"/>
                    <a:pt x="962" y="5217"/>
                  </a:cubicBezTo>
                  <a:cubicBezTo>
                    <a:pt x="1010" y="5217"/>
                    <a:pt x="1058" y="5203"/>
                    <a:pt x="1103" y="5170"/>
                  </a:cubicBezTo>
                  <a:lnTo>
                    <a:pt x="2717" y="3996"/>
                  </a:lnTo>
                  <a:lnTo>
                    <a:pt x="4674" y="3996"/>
                  </a:lnTo>
                  <a:cubicBezTo>
                    <a:pt x="5038" y="3996"/>
                    <a:pt x="5333" y="3701"/>
                    <a:pt x="5333" y="3338"/>
                  </a:cubicBezTo>
                  <a:lnTo>
                    <a:pt x="5333" y="660"/>
                  </a:lnTo>
                  <a:cubicBezTo>
                    <a:pt x="5333" y="297"/>
                    <a:pt x="5038" y="2"/>
                    <a:pt x="4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55"/>
            <p:cNvSpPr/>
            <p:nvPr/>
          </p:nvSpPr>
          <p:spPr>
            <a:xfrm>
              <a:off x="964425" y="1015025"/>
              <a:ext cx="20400" cy="7875"/>
            </a:xfrm>
            <a:custGeom>
              <a:rect b="b" l="l" r="r" t="t"/>
              <a:pathLst>
                <a:path extrusionOk="0" h="315" w="816">
                  <a:moveTo>
                    <a:pt x="659" y="1"/>
                  </a:moveTo>
                  <a:cubicBezTo>
                    <a:pt x="657" y="1"/>
                    <a:pt x="655" y="1"/>
                    <a:pt x="654" y="1"/>
                  </a:cubicBezTo>
                  <a:lnTo>
                    <a:pt x="152" y="1"/>
                  </a:lnTo>
                  <a:cubicBezTo>
                    <a:pt x="67" y="5"/>
                    <a:pt x="1" y="74"/>
                    <a:pt x="1" y="159"/>
                  </a:cubicBezTo>
                  <a:cubicBezTo>
                    <a:pt x="1" y="243"/>
                    <a:pt x="67" y="312"/>
                    <a:pt x="152" y="315"/>
                  </a:cubicBezTo>
                  <a:lnTo>
                    <a:pt x="654" y="315"/>
                  </a:lnTo>
                  <a:cubicBezTo>
                    <a:pt x="655" y="315"/>
                    <a:pt x="657" y="315"/>
                    <a:pt x="659" y="315"/>
                  </a:cubicBezTo>
                  <a:cubicBezTo>
                    <a:pt x="745" y="315"/>
                    <a:pt x="815" y="246"/>
                    <a:pt x="815" y="159"/>
                  </a:cubicBezTo>
                  <a:cubicBezTo>
                    <a:pt x="815" y="71"/>
                    <a:pt x="745" y="1"/>
                    <a:pt x="6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55"/>
            <p:cNvSpPr/>
            <p:nvPr/>
          </p:nvSpPr>
          <p:spPr>
            <a:xfrm>
              <a:off x="993450" y="1015025"/>
              <a:ext cx="54175" cy="7875"/>
            </a:xfrm>
            <a:custGeom>
              <a:rect b="b" l="l" r="r" t="t"/>
              <a:pathLst>
                <a:path extrusionOk="0" h="315" w="2167">
                  <a:moveTo>
                    <a:pt x="158" y="1"/>
                  </a:moveTo>
                  <a:cubicBezTo>
                    <a:pt x="72" y="1"/>
                    <a:pt x="0" y="71"/>
                    <a:pt x="0" y="159"/>
                  </a:cubicBezTo>
                  <a:cubicBezTo>
                    <a:pt x="0" y="246"/>
                    <a:pt x="72" y="315"/>
                    <a:pt x="158" y="315"/>
                  </a:cubicBezTo>
                  <a:cubicBezTo>
                    <a:pt x="160" y="315"/>
                    <a:pt x="162" y="315"/>
                    <a:pt x="163" y="315"/>
                  </a:cubicBezTo>
                  <a:lnTo>
                    <a:pt x="2005" y="315"/>
                  </a:lnTo>
                  <a:cubicBezTo>
                    <a:pt x="2006" y="315"/>
                    <a:pt x="2008" y="315"/>
                    <a:pt x="2010" y="315"/>
                  </a:cubicBezTo>
                  <a:cubicBezTo>
                    <a:pt x="2095" y="315"/>
                    <a:pt x="2166" y="246"/>
                    <a:pt x="2166" y="159"/>
                  </a:cubicBezTo>
                  <a:cubicBezTo>
                    <a:pt x="2166" y="71"/>
                    <a:pt x="2095" y="1"/>
                    <a:pt x="2010" y="1"/>
                  </a:cubicBezTo>
                  <a:cubicBezTo>
                    <a:pt x="2008" y="1"/>
                    <a:pt x="2006" y="1"/>
                    <a:pt x="2005" y="1"/>
                  </a:cubicBezTo>
                  <a:lnTo>
                    <a:pt x="163" y="1"/>
                  </a:lnTo>
                  <a:cubicBezTo>
                    <a:pt x="162" y="1"/>
                    <a:pt x="160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55"/>
            <p:cNvSpPr/>
            <p:nvPr/>
          </p:nvSpPr>
          <p:spPr>
            <a:xfrm>
              <a:off x="964425" y="1035975"/>
              <a:ext cx="83200" cy="7875"/>
            </a:xfrm>
            <a:custGeom>
              <a:rect b="b" l="l" r="r" t="t"/>
              <a:pathLst>
                <a:path extrusionOk="0" h="315" w="3328">
                  <a:moveTo>
                    <a:pt x="3171" y="0"/>
                  </a:moveTo>
                  <a:cubicBezTo>
                    <a:pt x="3169" y="0"/>
                    <a:pt x="3167" y="0"/>
                    <a:pt x="3166" y="0"/>
                  </a:cubicBezTo>
                  <a:lnTo>
                    <a:pt x="153" y="0"/>
                  </a:lnTo>
                  <a:cubicBezTo>
                    <a:pt x="68" y="3"/>
                    <a:pt x="1" y="73"/>
                    <a:pt x="1" y="157"/>
                  </a:cubicBezTo>
                  <a:cubicBezTo>
                    <a:pt x="1" y="241"/>
                    <a:pt x="68" y="311"/>
                    <a:pt x="153" y="314"/>
                  </a:cubicBezTo>
                  <a:lnTo>
                    <a:pt x="3166" y="314"/>
                  </a:lnTo>
                  <a:cubicBezTo>
                    <a:pt x="3167" y="314"/>
                    <a:pt x="3169" y="314"/>
                    <a:pt x="3171" y="314"/>
                  </a:cubicBezTo>
                  <a:cubicBezTo>
                    <a:pt x="3256" y="314"/>
                    <a:pt x="3327" y="244"/>
                    <a:pt x="3327" y="157"/>
                  </a:cubicBezTo>
                  <a:cubicBezTo>
                    <a:pt x="3327" y="71"/>
                    <a:pt x="3256" y="0"/>
                    <a:pt x="3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55"/>
            <p:cNvSpPr/>
            <p:nvPr/>
          </p:nvSpPr>
          <p:spPr>
            <a:xfrm>
              <a:off x="964425" y="1056900"/>
              <a:ext cx="53875" cy="7850"/>
            </a:xfrm>
            <a:custGeom>
              <a:rect b="b" l="l" r="r" t="t"/>
              <a:pathLst>
                <a:path extrusionOk="0" h="314" w="2155">
                  <a:moveTo>
                    <a:pt x="1998" y="1"/>
                  </a:moveTo>
                  <a:cubicBezTo>
                    <a:pt x="1997" y="1"/>
                    <a:pt x="1995" y="1"/>
                    <a:pt x="1993" y="1"/>
                  </a:cubicBezTo>
                  <a:lnTo>
                    <a:pt x="152" y="1"/>
                  </a:lnTo>
                  <a:cubicBezTo>
                    <a:pt x="67" y="3"/>
                    <a:pt x="1" y="72"/>
                    <a:pt x="1" y="157"/>
                  </a:cubicBezTo>
                  <a:cubicBezTo>
                    <a:pt x="1" y="242"/>
                    <a:pt x="67" y="310"/>
                    <a:pt x="152" y="313"/>
                  </a:cubicBezTo>
                  <a:lnTo>
                    <a:pt x="1993" y="313"/>
                  </a:lnTo>
                  <a:cubicBezTo>
                    <a:pt x="1996" y="313"/>
                    <a:pt x="1998" y="313"/>
                    <a:pt x="2000" y="313"/>
                  </a:cubicBezTo>
                  <a:cubicBezTo>
                    <a:pt x="2086" y="313"/>
                    <a:pt x="2155" y="243"/>
                    <a:pt x="2155" y="157"/>
                  </a:cubicBezTo>
                  <a:cubicBezTo>
                    <a:pt x="2155" y="70"/>
                    <a:pt x="2085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55"/>
            <p:cNvSpPr/>
            <p:nvPr/>
          </p:nvSpPr>
          <p:spPr>
            <a:xfrm>
              <a:off x="1027200" y="1056900"/>
              <a:ext cx="20425" cy="7850"/>
            </a:xfrm>
            <a:custGeom>
              <a:rect b="b" l="l" r="r" t="t"/>
              <a:pathLst>
                <a:path extrusionOk="0" h="314" w="817">
                  <a:moveTo>
                    <a:pt x="660" y="1"/>
                  </a:moveTo>
                  <a:cubicBezTo>
                    <a:pt x="658" y="1"/>
                    <a:pt x="656" y="1"/>
                    <a:pt x="655" y="1"/>
                  </a:cubicBezTo>
                  <a:lnTo>
                    <a:pt x="153" y="1"/>
                  </a:lnTo>
                  <a:cubicBezTo>
                    <a:pt x="68" y="3"/>
                    <a:pt x="0" y="72"/>
                    <a:pt x="0" y="157"/>
                  </a:cubicBezTo>
                  <a:cubicBezTo>
                    <a:pt x="0" y="242"/>
                    <a:pt x="68" y="310"/>
                    <a:pt x="153" y="313"/>
                  </a:cubicBezTo>
                  <a:lnTo>
                    <a:pt x="655" y="313"/>
                  </a:lnTo>
                  <a:cubicBezTo>
                    <a:pt x="657" y="313"/>
                    <a:pt x="659" y="313"/>
                    <a:pt x="662" y="313"/>
                  </a:cubicBezTo>
                  <a:cubicBezTo>
                    <a:pt x="746" y="313"/>
                    <a:pt x="816" y="243"/>
                    <a:pt x="816" y="157"/>
                  </a:cubicBezTo>
                  <a:cubicBezTo>
                    <a:pt x="816" y="70"/>
                    <a:pt x="745" y="1"/>
                    <a:pt x="6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8" name="Google Shape;538;p55"/>
          <p:cNvSpPr txBox="1"/>
          <p:nvPr>
            <p:ph idx="5" type="ctrTitle"/>
          </p:nvPr>
        </p:nvSpPr>
        <p:spPr>
          <a:xfrm>
            <a:off x="1967556" y="3603826"/>
            <a:ext cx="2429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Multi-discipline Consulting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9" name="Google Shape;539;p55"/>
          <p:cNvSpPr txBox="1"/>
          <p:nvPr>
            <p:ph idx="7" type="ctrTitle"/>
          </p:nvPr>
        </p:nvSpPr>
        <p:spPr>
          <a:xfrm>
            <a:off x="4747056" y="3603829"/>
            <a:ext cx="2429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M&amp;A Helps WSP Grow Fast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>
            <p:ph type="ctrTitle"/>
          </p:nvPr>
        </p:nvSpPr>
        <p:spPr>
          <a:xfrm>
            <a:off x="723600" y="470625"/>
            <a:ext cx="78738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12121"/>
                </a:solidFill>
              </a:rPr>
              <a:t>Infrastructure Investment Gap Highlights Long-Term Demand</a:t>
            </a:r>
            <a:endParaRPr sz="2200">
              <a:solidFill>
                <a:srgbClr val="212121"/>
              </a:solidFill>
            </a:endParaRPr>
          </a:p>
        </p:txBody>
      </p:sp>
      <p:pic>
        <p:nvPicPr>
          <p:cNvPr id="545" name="Google Shape;545;p56" title="Global_Infrastructure_Outlook_Da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8590"/>
            <a:ext cx="9144001" cy="3934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7"/>
          <p:cNvSpPr/>
          <p:nvPr/>
        </p:nvSpPr>
        <p:spPr>
          <a:xfrm>
            <a:off x="2609300" y="753125"/>
            <a:ext cx="4099200" cy="358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551" name="Google Shape;551;p57"/>
          <p:cNvSpPr txBox="1"/>
          <p:nvPr>
            <p:ph type="ctrTitle"/>
          </p:nvPr>
        </p:nvSpPr>
        <p:spPr>
          <a:xfrm flipH="1">
            <a:off x="4128392" y="1964547"/>
            <a:ext cx="3224700" cy="19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Investment Thesis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2" name="Google Shape;552;p57"/>
          <p:cNvSpPr txBox="1"/>
          <p:nvPr>
            <p:ph idx="2" type="title"/>
          </p:nvPr>
        </p:nvSpPr>
        <p:spPr>
          <a:xfrm flipH="1">
            <a:off x="1631236" y="2269925"/>
            <a:ext cx="23799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58"/>
          <p:cNvPicPr preferRelativeResize="0"/>
          <p:nvPr/>
        </p:nvPicPr>
        <p:blipFill rotWithShape="1">
          <a:blip r:embed="rId3">
            <a:alphaModFix/>
          </a:blip>
          <a:srcRect b="5444" l="0" r="0" t="5444"/>
          <a:stretch/>
        </p:blipFill>
        <p:spPr>
          <a:xfrm flipH="1">
            <a:off x="4361900" y="1730775"/>
            <a:ext cx="4825200" cy="28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8"/>
          <p:cNvSpPr/>
          <p:nvPr/>
        </p:nvSpPr>
        <p:spPr>
          <a:xfrm flipH="1">
            <a:off x="-39700" y="540000"/>
            <a:ext cx="2030700" cy="147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8"/>
          <p:cNvSpPr txBox="1"/>
          <p:nvPr>
            <p:ph type="title"/>
          </p:nvPr>
        </p:nvSpPr>
        <p:spPr>
          <a:xfrm flipH="1">
            <a:off x="4804872" y="2123400"/>
            <a:ext cx="2847000" cy="8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Risk &amp; Catalysts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0" name="Google Shape;560;p58"/>
          <p:cNvSpPr txBox="1"/>
          <p:nvPr>
            <p:ph idx="1" type="subTitle"/>
          </p:nvPr>
        </p:nvSpPr>
        <p:spPr>
          <a:xfrm>
            <a:off x="284325" y="2123400"/>
            <a:ext cx="4271400" cy="28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Public Exposure</a:t>
            </a:r>
            <a:b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$15.6B backlog from repeat government &amp; infrastructure clients.</a:t>
            </a:r>
            <a:endParaRPr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ESG &amp; </a:t>
            </a:r>
            <a: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  <a: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Growth</a:t>
            </a:r>
            <a:b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Well-positioned for sustainable, tech-driven urban growth.</a:t>
            </a:r>
            <a:endParaRPr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Growth Through Acquisitions</a:t>
            </a:r>
            <a:b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Expanding globally by buying strong firms.</a:t>
            </a:r>
            <a:endParaRPr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Profitable Model</a:t>
            </a:r>
            <a:b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Low-cost consulting setup </a:t>
            </a:r>
            <a:r>
              <a:rPr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drives high margins.</a:t>
            </a:r>
            <a:endParaRPr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Valuation Upside</a:t>
            </a:r>
            <a:b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Target price </a:t>
            </a:r>
            <a: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$252.54</a:t>
            </a:r>
            <a:r>
              <a:rPr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vs. current </a:t>
            </a:r>
            <a:r>
              <a:rPr b="1"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$286.89</a:t>
            </a:r>
            <a:r>
              <a:rPr lang="en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Upside in Bull case. 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8"/>
          <p:cNvSpPr txBox="1"/>
          <p:nvPr/>
        </p:nvSpPr>
        <p:spPr>
          <a:xfrm>
            <a:off x="5369425" y="3589225"/>
            <a:ext cx="342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 Buy WSP Global?</a:t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9"/>
          <p:cNvSpPr/>
          <p:nvPr/>
        </p:nvSpPr>
        <p:spPr>
          <a:xfrm>
            <a:off x="4610050" y="-28489"/>
            <a:ext cx="4533900" cy="5173800"/>
          </a:xfrm>
          <a:prstGeom prst="rect">
            <a:avLst/>
          </a:prstGeom>
          <a:solidFill>
            <a:schemeClr val="dk1">
              <a:alpha val="723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59"/>
          <p:cNvSpPr txBox="1"/>
          <p:nvPr>
            <p:ph idx="1" type="subTitle"/>
          </p:nvPr>
        </p:nvSpPr>
        <p:spPr>
          <a:xfrm>
            <a:off x="480625" y="1247048"/>
            <a:ext cx="3785400" cy="3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Char char="●"/>
            </a:pPr>
            <a:r>
              <a:rPr b="1" lang="en" sz="13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Project Delays</a:t>
            </a:r>
            <a:br>
              <a:rPr b="1" lang="en" sz="13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</a:br>
            <a:r>
              <a:rPr lang="en" sz="13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Government projects can be slow,  WSP has a global mix to reduce impact.</a:t>
            </a:r>
            <a:endParaRPr sz="13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Char char="●"/>
            </a:pPr>
            <a:r>
              <a:rPr b="1" lang="en" sz="13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Rising Labor Costs</a:t>
            </a:r>
            <a:br>
              <a:rPr b="1" lang="en" sz="13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</a:br>
            <a:r>
              <a:rPr lang="en" sz="13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Higher wages could hurt profits, WSP adjusts prices and team size.</a:t>
            </a:r>
            <a:endParaRPr sz="13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Char char="●"/>
            </a:pPr>
            <a:r>
              <a:rPr b="1" lang="en" sz="13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Currency Fluctuations</a:t>
            </a:r>
            <a:br>
              <a:rPr b="1" lang="en" sz="13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</a:br>
            <a:r>
              <a:rPr lang="en" sz="13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Global operations face FX risk, WSP offsets it by natural hedging.</a:t>
            </a:r>
            <a:endParaRPr sz="13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Char char="●"/>
            </a:pPr>
            <a:r>
              <a:rPr b="1" lang="en" sz="13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M&amp;A Integration Issues</a:t>
            </a:r>
            <a:br>
              <a:rPr b="1" lang="en" sz="13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</a:br>
            <a:r>
              <a:rPr lang="en" sz="13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Acquired companies may be hard to combine, WSP has strong track record. </a:t>
            </a:r>
            <a:endParaRPr sz="13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68" name="Google Shape;568;p59"/>
          <p:cNvSpPr txBox="1"/>
          <p:nvPr>
            <p:ph type="ctrTitle"/>
          </p:nvPr>
        </p:nvSpPr>
        <p:spPr>
          <a:xfrm>
            <a:off x="502675" y="539500"/>
            <a:ext cx="3741300" cy="54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Risks &amp; Mitigations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569" name="Google Shape;569;p59"/>
          <p:cNvSpPr txBox="1"/>
          <p:nvPr>
            <p:ph idx="3" type="ctrTitle"/>
          </p:nvPr>
        </p:nvSpPr>
        <p:spPr>
          <a:xfrm>
            <a:off x="5371300" y="539500"/>
            <a:ext cx="3600300" cy="54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Catalysts(Upside Drivers)</a:t>
            </a:r>
            <a:endParaRPr sz="2400"/>
          </a:p>
        </p:txBody>
      </p:sp>
      <p:sp>
        <p:nvSpPr>
          <p:cNvPr id="570" name="Google Shape;570;p59"/>
          <p:cNvSpPr txBox="1"/>
          <p:nvPr>
            <p:ph idx="1" type="subTitle"/>
          </p:nvPr>
        </p:nvSpPr>
        <p:spPr>
          <a:xfrm>
            <a:off x="5630050" y="1813827"/>
            <a:ext cx="3082800" cy="22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DM Serif Display"/>
              <a:buChar char="●"/>
            </a:pPr>
            <a:r>
              <a:rPr lang="en" sz="1800">
                <a:solidFill>
                  <a:srgbClr val="2121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Backlog Turned into Revenue.</a:t>
            </a:r>
            <a:endParaRPr sz="1800">
              <a:solidFill>
                <a:srgbClr val="21212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DM Serif Display"/>
              <a:buChar char="●"/>
            </a:pPr>
            <a:r>
              <a:rPr lang="en" sz="1800">
                <a:solidFill>
                  <a:srgbClr val="2121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New Project Wins.</a:t>
            </a:r>
            <a:endParaRPr sz="1800">
              <a:solidFill>
                <a:srgbClr val="21212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DM Serif Display"/>
              <a:buChar char="●"/>
            </a:pPr>
            <a:r>
              <a:rPr lang="en" sz="1800">
                <a:solidFill>
                  <a:srgbClr val="2121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Better Margins.</a:t>
            </a:r>
            <a:endParaRPr sz="1800">
              <a:solidFill>
                <a:srgbClr val="21212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DM Serif Display"/>
              <a:buChar char="●"/>
            </a:pPr>
            <a:r>
              <a:rPr lang="en" sz="1800">
                <a:solidFill>
                  <a:srgbClr val="2121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Growth by Acquisitions.</a:t>
            </a:r>
            <a:endParaRPr sz="1800">
              <a:solidFill>
                <a:srgbClr val="21212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0"/>
          <p:cNvSpPr/>
          <p:nvPr/>
        </p:nvSpPr>
        <p:spPr>
          <a:xfrm>
            <a:off x="2522400" y="753125"/>
            <a:ext cx="4099200" cy="358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576" name="Google Shape;576;p60"/>
          <p:cNvSpPr txBox="1"/>
          <p:nvPr>
            <p:ph type="ctrTitle"/>
          </p:nvPr>
        </p:nvSpPr>
        <p:spPr>
          <a:xfrm flipH="1">
            <a:off x="2676021" y="2226953"/>
            <a:ext cx="2823900" cy="19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Valuation Summary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7" name="Google Shape;577;p60"/>
          <p:cNvSpPr txBox="1"/>
          <p:nvPr>
            <p:ph idx="2" type="title"/>
          </p:nvPr>
        </p:nvSpPr>
        <p:spPr>
          <a:xfrm flipH="1">
            <a:off x="5637514" y="2269925"/>
            <a:ext cx="23631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1"/>
          <p:cNvSpPr txBox="1"/>
          <p:nvPr>
            <p:ph type="title"/>
          </p:nvPr>
        </p:nvSpPr>
        <p:spPr>
          <a:xfrm>
            <a:off x="713225" y="539500"/>
            <a:ext cx="79377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Valuation Summary – DCF &amp; Multiples vs. Current Price</a:t>
            </a:r>
            <a:endParaRPr/>
          </a:p>
        </p:txBody>
      </p:sp>
      <p:sp>
        <p:nvSpPr>
          <p:cNvPr id="583" name="Google Shape;583;p61"/>
          <p:cNvSpPr txBox="1"/>
          <p:nvPr>
            <p:ph idx="1" type="body"/>
          </p:nvPr>
        </p:nvSpPr>
        <p:spPr>
          <a:xfrm>
            <a:off x="328250" y="1598663"/>
            <a:ext cx="3457200" cy="29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Target Price:</a:t>
            </a:r>
            <a:r>
              <a:rPr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$252.54</a:t>
            </a:r>
            <a:br>
              <a:rPr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</a:br>
            <a:r>
              <a:rPr b="1"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Current Price:</a:t>
            </a:r>
            <a:r>
              <a:rPr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$286.89</a:t>
            </a:r>
            <a:br>
              <a:rPr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</a:br>
            <a:r>
              <a:rPr b="1"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Valuation methods used:</a:t>
            </a:r>
            <a:endParaRPr b="1" sz="15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erif Display"/>
              <a:buChar char="●"/>
            </a:pPr>
            <a:r>
              <a:rPr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DCF (Base, Bull, Bear)</a:t>
            </a:r>
            <a:endParaRPr sz="15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erif Display"/>
              <a:buChar char="●"/>
            </a:pPr>
            <a:r>
              <a:rPr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EV/EBITDA &amp; P/E (Peer Median Multiples)</a:t>
            </a:r>
            <a:endParaRPr sz="15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erif Display"/>
              <a:buChar char="●"/>
            </a:pPr>
            <a:r>
              <a:rPr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Target = Average of EV/EBITDA &amp; P/E methods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4" name="Google Shape;58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5000" y="1170100"/>
            <a:ext cx="5096601" cy="3761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2"/>
          <p:cNvSpPr txBox="1"/>
          <p:nvPr>
            <p:ph type="title"/>
          </p:nvPr>
        </p:nvSpPr>
        <p:spPr>
          <a:xfrm>
            <a:off x="713225" y="539500"/>
            <a:ext cx="82158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Enterprise to Equity Value – DCF Breakdown by Scenario</a:t>
            </a:r>
            <a:endParaRPr sz="2500"/>
          </a:p>
        </p:txBody>
      </p:sp>
      <p:sp>
        <p:nvSpPr>
          <p:cNvPr id="590" name="Google Shape;590;p62"/>
          <p:cNvSpPr txBox="1"/>
          <p:nvPr>
            <p:ph idx="1" type="body"/>
          </p:nvPr>
        </p:nvSpPr>
        <p:spPr>
          <a:xfrm>
            <a:off x="5603525" y="1783425"/>
            <a:ext cx="3325500" cy="23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DM Serif Display"/>
              <a:buChar char="●"/>
            </a:pPr>
            <a:r>
              <a:rPr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 all cases, terminal value makes up 75–80% of enterprise value.</a:t>
            </a:r>
            <a:endParaRPr sz="15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DM Serif Display"/>
              <a:buChar char="●"/>
            </a:pPr>
            <a:r>
              <a:rPr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Equity value is most sensitive to margin and growth assumptions.</a:t>
            </a:r>
            <a:endParaRPr sz="15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DM Serif Display"/>
              <a:buChar char="●"/>
            </a:pPr>
            <a:r>
              <a:rPr lang="en" sz="1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Our base case implies $229.89/share, while the bull case supports $303.18/share.</a:t>
            </a:r>
            <a:endParaRPr sz="15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591" name="Google Shape;59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00" y="1401211"/>
            <a:ext cx="5421725" cy="3522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3"/>
          <p:cNvSpPr txBox="1"/>
          <p:nvPr>
            <p:ph type="title"/>
          </p:nvPr>
        </p:nvSpPr>
        <p:spPr>
          <a:xfrm>
            <a:off x="713225" y="539500"/>
            <a:ext cx="81729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Projected Free Cash Flow (2025–2029) by Scenario</a:t>
            </a:r>
            <a:endParaRPr sz="2500"/>
          </a:p>
        </p:txBody>
      </p:sp>
      <p:sp>
        <p:nvSpPr>
          <p:cNvPr id="597" name="Google Shape;597;p63"/>
          <p:cNvSpPr txBox="1"/>
          <p:nvPr>
            <p:ph idx="1" type="body"/>
          </p:nvPr>
        </p:nvSpPr>
        <p:spPr>
          <a:xfrm>
            <a:off x="995575" y="4059525"/>
            <a:ext cx="74352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erif Display"/>
              <a:buChar char="●"/>
            </a:pPr>
            <a:r>
              <a:rPr lang="en" sz="1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WSP is expected to grow free cash flow in all scenarios</a:t>
            </a:r>
            <a:endParaRPr sz="14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erif Display"/>
              <a:buChar char="●"/>
            </a:pPr>
            <a:r>
              <a:rPr lang="en" sz="1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Bull case reaches $2.65B by 2029, supporting higher valuation</a:t>
            </a:r>
            <a:endParaRPr sz="14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erif Display"/>
              <a:buChar char="●"/>
            </a:pPr>
            <a:r>
              <a:rPr lang="en" sz="1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Even in the bear case, cash flow stays strong — showing solid downside protection</a:t>
            </a:r>
            <a:endParaRPr sz="14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8" name="Google Shape;59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400" y="1181675"/>
            <a:ext cx="6423699" cy="27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4"/>
          <p:cNvSpPr txBox="1"/>
          <p:nvPr>
            <p:ph type="title"/>
          </p:nvPr>
        </p:nvSpPr>
        <p:spPr>
          <a:xfrm>
            <a:off x="485550" y="539500"/>
            <a:ext cx="81729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WSP Value Sensitivity to WACC &amp; Terminal Growth</a:t>
            </a:r>
            <a:endParaRPr/>
          </a:p>
        </p:txBody>
      </p:sp>
      <p:sp>
        <p:nvSpPr>
          <p:cNvPr id="604" name="Google Shape;604;p64"/>
          <p:cNvSpPr txBox="1"/>
          <p:nvPr>
            <p:ph idx="1" type="body"/>
          </p:nvPr>
        </p:nvSpPr>
        <p:spPr>
          <a:xfrm>
            <a:off x="485550" y="1186650"/>
            <a:ext cx="8250900" cy="24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This heatmap shows how WSP's base case valuation per share responds to changes in WACC (horizontal) and terminal growth rate (vertical).</a:t>
            </a:r>
            <a:endParaRPr sz="11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erif Display"/>
              <a:buChar char="●"/>
            </a:pPr>
            <a:r>
              <a:rPr lang="en" sz="1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Our base case assumption is WACC = 7.5% and g = 2.0%, which produces a value per share of $229.89.</a:t>
            </a:r>
            <a:endParaRPr sz="11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erif Display"/>
              <a:buChar char="●"/>
            </a:pPr>
            <a:r>
              <a:rPr lang="en" sz="1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Green cells indicate higher equity value — typically due to:</a:t>
            </a:r>
            <a:endParaRPr sz="11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erif Display"/>
              <a:buChar char="○"/>
            </a:pPr>
            <a:r>
              <a:rPr lang="en" sz="1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Lower WACC (cheaper cost of capital)</a:t>
            </a:r>
            <a:endParaRPr sz="11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erif Display"/>
              <a:buChar char="○"/>
            </a:pPr>
            <a:r>
              <a:rPr lang="en" sz="1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Higher terminal growth (stronger long-term outlook)</a:t>
            </a:r>
            <a:endParaRPr sz="11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erif Display"/>
              <a:buChar char="●"/>
            </a:pPr>
            <a:r>
              <a:rPr lang="en" sz="1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Red cells reflect more conservative scenarios with:</a:t>
            </a:r>
            <a:endParaRPr sz="11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erif Display"/>
              <a:buChar char="○"/>
            </a:pPr>
            <a:r>
              <a:rPr lang="en" sz="1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Higher discount rates</a:t>
            </a:r>
            <a:endParaRPr sz="11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erif Display"/>
              <a:buChar char="○"/>
            </a:pPr>
            <a:r>
              <a:rPr lang="en" sz="1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Slower terminal growth</a:t>
            </a:r>
            <a:br>
              <a:rPr lang="en" sz="1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</a:br>
            <a:endParaRPr sz="11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erif Display"/>
              <a:buChar char="●"/>
            </a:pPr>
            <a:r>
              <a:rPr lang="en" sz="1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This shows that WSP has upside potential, while remaining relatively resilient under more downslide assumptions.</a:t>
            </a:r>
            <a:endParaRPr sz="11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5" name="Google Shape;60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363" y="3667950"/>
            <a:ext cx="6824175" cy="126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5"/>
          <p:cNvSpPr/>
          <p:nvPr/>
        </p:nvSpPr>
        <p:spPr>
          <a:xfrm>
            <a:off x="2609300" y="753125"/>
            <a:ext cx="4099200" cy="358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611" name="Google Shape;611;p65"/>
          <p:cNvSpPr txBox="1"/>
          <p:nvPr>
            <p:ph idx="2" type="title"/>
          </p:nvPr>
        </p:nvSpPr>
        <p:spPr>
          <a:xfrm flipH="1">
            <a:off x="1631236" y="2269925"/>
            <a:ext cx="23799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2" name="Google Shape;612;p65"/>
          <p:cNvSpPr txBox="1"/>
          <p:nvPr>
            <p:ph type="ctrTitle"/>
          </p:nvPr>
        </p:nvSpPr>
        <p:spPr>
          <a:xfrm flipH="1">
            <a:off x="4098499" y="2231814"/>
            <a:ext cx="2610000" cy="19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Recommandation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Recommandation</a:t>
            </a:r>
            <a:endParaRPr/>
          </a:p>
        </p:txBody>
      </p:sp>
      <p:sp>
        <p:nvSpPr>
          <p:cNvPr id="618" name="Google Shape;618;p66"/>
          <p:cNvSpPr txBox="1"/>
          <p:nvPr>
            <p:ph idx="1" type="body"/>
          </p:nvPr>
        </p:nvSpPr>
        <p:spPr>
          <a:xfrm>
            <a:off x="632400" y="1159950"/>
            <a:ext cx="7879200" cy="37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Investment Call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(Long-Term)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BUY WSP Global (TSX: WSP)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Rationale: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WSP combines strong backlog visibility, ESG leadership, and scalable margins.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Accumulate on weakness near $250–260 with upside to ~$303 in a bullish scenario.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Valuation Recap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Price (Sept 16, 2025):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$286.89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DCF Base Case: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$229.89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DCF Bull Case: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$303.18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Comps Target (Blended):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$252.54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DCF Bear Case: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$158.11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Upside / Downside Profile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Upside (Bull Case):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+5.7% vs. current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Downside (Bear Case):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–45% vs. current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(Conservative):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$252.54 implies valuation support around $250/share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7"/>
          <p:cNvSpPr/>
          <p:nvPr/>
        </p:nvSpPr>
        <p:spPr>
          <a:xfrm>
            <a:off x="2522400" y="753125"/>
            <a:ext cx="4099200" cy="358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624" name="Google Shape;624;p67"/>
          <p:cNvSpPr txBox="1"/>
          <p:nvPr>
            <p:ph type="ctrTitle"/>
          </p:nvPr>
        </p:nvSpPr>
        <p:spPr>
          <a:xfrm flipH="1">
            <a:off x="2662025" y="2536464"/>
            <a:ext cx="2823900" cy="16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Appendix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5" name="Google Shape;625;p67"/>
          <p:cNvSpPr txBox="1"/>
          <p:nvPr>
            <p:ph idx="2" type="title"/>
          </p:nvPr>
        </p:nvSpPr>
        <p:spPr>
          <a:xfrm flipH="1">
            <a:off x="5726839" y="2419325"/>
            <a:ext cx="2333700" cy="16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8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A: Free Cash Flow Forecast</a:t>
            </a:r>
            <a:endParaRPr/>
          </a:p>
        </p:txBody>
      </p:sp>
      <p:pic>
        <p:nvPicPr>
          <p:cNvPr id="631" name="Google Shape;631;p68" title="Screen Shot 2025-09-16 at 12.50.5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7125"/>
            <a:ext cx="8839200" cy="3073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9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B: DCF Summary Table</a:t>
            </a:r>
            <a:endParaRPr/>
          </a:p>
        </p:txBody>
      </p:sp>
      <p:pic>
        <p:nvPicPr>
          <p:cNvPr id="637" name="Google Shape;637;p69" title="Screen Shot 2025-09-16 at 12.53.11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50" y="1948050"/>
            <a:ext cx="8918249" cy="15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0"/>
          <p:cNvSpPr txBox="1"/>
          <p:nvPr>
            <p:ph idx="1" type="subTitle"/>
          </p:nvPr>
        </p:nvSpPr>
        <p:spPr>
          <a:xfrm flipH="1">
            <a:off x="2144325" y="3016350"/>
            <a:ext cx="48552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Any Questions</a:t>
            </a:r>
            <a:r>
              <a:rPr lang="en" sz="1400"/>
              <a:t>…</a:t>
            </a:r>
            <a:endParaRPr sz="1400"/>
          </a:p>
        </p:txBody>
      </p:sp>
      <p:sp>
        <p:nvSpPr>
          <p:cNvPr id="643" name="Google Shape;643;p70"/>
          <p:cNvSpPr txBox="1"/>
          <p:nvPr>
            <p:ph type="title"/>
          </p:nvPr>
        </p:nvSpPr>
        <p:spPr>
          <a:xfrm>
            <a:off x="1735599" y="1380450"/>
            <a:ext cx="5673000" cy="16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644" name="Google Shape;644;p70"/>
          <p:cNvSpPr/>
          <p:nvPr/>
        </p:nvSpPr>
        <p:spPr>
          <a:xfrm>
            <a:off x="-2107275" y="1742925"/>
            <a:ext cx="4099200" cy="358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vestment Business Plan By Slidesgo">
  <a:themeElements>
    <a:clrScheme name="Simple Light">
      <a:dk1>
        <a:srgbClr val="F3F3F3"/>
      </a:dk1>
      <a:lt1>
        <a:srgbClr val="43434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